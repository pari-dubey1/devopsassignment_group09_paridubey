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3.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80" r:id="rId3"/>
    <p:sldMasterId id="2147483693" r:id="rId4"/>
  </p:sldMasterIdLst>
  <p:notesMasterIdLst>
    <p:notesMasterId r:id="rId35"/>
  </p:notesMasterIdLst>
  <p:sldIdLst>
    <p:sldId id="256" r:id="rId5"/>
    <p:sldId id="257" r:id="rId6"/>
    <p:sldId id="259" r:id="rId7"/>
    <p:sldId id="261" r:id="rId8"/>
    <p:sldId id="263" r:id="rId9"/>
    <p:sldId id="264" r:id="rId10"/>
    <p:sldId id="265" r:id="rId11"/>
    <p:sldId id="270" r:id="rId12"/>
    <p:sldId id="268" r:id="rId13"/>
    <p:sldId id="271" r:id="rId14"/>
    <p:sldId id="269" r:id="rId15"/>
    <p:sldId id="272" r:id="rId16"/>
    <p:sldId id="273" r:id="rId17"/>
    <p:sldId id="274" r:id="rId18"/>
    <p:sldId id="260" r:id="rId19"/>
    <p:sldId id="275" r:id="rId20"/>
    <p:sldId id="276" r:id="rId21"/>
    <p:sldId id="262" r:id="rId22"/>
    <p:sldId id="277" r:id="rId23"/>
    <p:sldId id="278" r:id="rId24"/>
    <p:sldId id="279" r:id="rId25"/>
    <p:sldId id="258" r:id="rId26"/>
    <p:sldId id="283" r:id="rId27"/>
    <p:sldId id="284" r:id="rId28"/>
    <p:sldId id="285" r:id="rId29"/>
    <p:sldId id="286" r:id="rId30"/>
    <p:sldId id="287" r:id="rId31"/>
    <p:sldId id="280" r:id="rId32"/>
    <p:sldId id="281" r:id="rId33"/>
    <p:sldId id="282"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000"/>
    <a:srgbClr val="DDD1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slideMaster" Target="slideMasters/slideMaster3.xml"/></Relationships>
</file>

<file path=ppt/diagrams/_rels/data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diagrams/_rels/data3.xml.rels><?xml version="1.0" encoding="UTF-8" standalone="yes"?>
<Relationships xmlns="http://schemas.openxmlformats.org/package/2006/relationships"><Relationship Id="rId1" Type="http://schemas.openxmlformats.org/officeDocument/2006/relationships/image" Target="../media/image4.png"/></Relationships>
</file>

<file path=ppt/diagrams/_rels/drawing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diagrams/_rels/drawing3.xml.rels><?xml version="1.0" encoding="UTF-8" standalone="yes"?>
<Relationships xmlns="http://schemas.openxmlformats.org/package/2006/relationships"><Relationship Id="rId1" Type="http://schemas.openxmlformats.org/officeDocument/2006/relationships/image" Target="../media/image4.pn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D5DAF54-9A70-475B-9879-2A21178BB4E4}" type="doc">
      <dgm:prSet loTypeId="urn:microsoft.com/office/officeart/2016/7/layout/LinearBlockProcessNumbered" loCatId="process" qsTypeId="urn:microsoft.com/office/officeart/2005/8/quickstyle/simple1" qsCatId="simple" csTypeId="urn:microsoft.com/office/officeart/2005/8/colors/colorful1" csCatId="colorful" phldr="1"/>
      <dgm:spPr/>
      <dgm:t>
        <a:bodyPr/>
        <a:lstStyle/>
        <a:p>
          <a:endParaRPr lang="en-IN"/>
        </a:p>
      </dgm:t>
    </dgm:pt>
    <dgm:pt modelId="{04691EB2-01D6-4A8B-9AD3-20A016952AB7}">
      <dgm:prSet phldrT="[Text]" phldr="0" custT="1"/>
      <dgm:spPr/>
      <dgm:t>
        <a:bodyPr/>
        <a:lstStyle/>
        <a:p>
          <a:pPr>
            <a:defRPr cap="all"/>
          </a:pPr>
          <a:r>
            <a:rPr lang="en-US" sz="1800" dirty="0">
              <a:latin typeface="Times New Roman" panose="02020603050405020304" pitchFamily="18" charset="0"/>
              <a:cs typeface="Times New Roman" panose="02020603050405020304" pitchFamily="18" charset="0"/>
            </a:rPr>
            <a:t>Requirement Gathering</a:t>
          </a:r>
          <a:endParaRPr lang="en-IN" sz="1800" dirty="0">
            <a:latin typeface="Times New Roman" panose="02020603050405020304" pitchFamily="18" charset="0"/>
            <a:cs typeface="Times New Roman" panose="02020603050405020304" pitchFamily="18" charset="0"/>
          </a:endParaRPr>
        </a:p>
      </dgm:t>
    </dgm:pt>
    <dgm:pt modelId="{D1E88A3A-371D-4DAC-B019-F470590A55E8}" type="parTrans" cxnId="{67E8F43A-F6AB-4922-82BD-2DF2AC847107}">
      <dgm:prSet/>
      <dgm:spPr/>
      <dgm:t>
        <a:bodyPr/>
        <a:lstStyle/>
        <a:p>
          <a:endParaRPr lang="en-IN" sz="1800">
            <a:latin typeface="Times New Roman" panose="02020603050405020304" pitchFamily="18" charset="0"/>
            <a:cs typeface="Times New Roman" panose="02020603050405020304" pitchFamily="18" charset="0"/>
          </a:endParaRPr>
        </a:p>
      </dgm:t>
    </dgm:pt>
    <dgm:pt modelId="{19A03FCE-5D09-4A15-985B-633A3CE1951E}" type="sibTrans" cxnId="{67E8F43A-F6AB-4922-82BD-2DF2AC847107}">
      <dgm:prSet phldrT="01" phldr="0" custT="1"/>
      <dgm:spPr/>
      <dgm:t>
        <a:bodyPr/>
        <a:lstStyle/>
        <a:p>
          <a:r>
            <a:rPr lang="en-IN" sz="3600">
              <a:latin typeface="Times New Roman" panose="02020603050405020304" pitchFamily="18" charset="0"/>
              <a:cs typeface="Times New Roman" panose="02020603050405020304" pitchFamily="18" charset="0"/>
            </a:rPr>
            <a:t>01</a:t>
          </a:r>
        </a:p>
      </dgm:t>
    </dgm:pt>
    <dgm:pt modelId="{CD060A6B-B8B4-465D-BAA3-C5666D2BC908}">
      <dgm:prSet phldrT="[Text]" phldr="0" custT="1"/>
      <dgm:spPr/>
      <dgm:t>
        <a:bodyPr/>
        <a:lstStyle/>
        <a:p>
          <a:pPr>
            <a:defRPr cap="all"/>
          </a:pPr>
          <a:r>
            <a:rPr lang="en-US" sz="2000" dirty="0">
              <a:latin typeface="Times New Roman" panose="02020603050405020304" pitchFamily="18" charset="0"/>
              <a:cs typeface="Times New Roman" panose="02020603050405020304" pitchFamily="18" charset="0"/>
            </a:rPr>
            <a:t>Goal Setting</a:t>
          </a:r>
          <a:endParaRPr lang="en-IN" sz="2000" dirty="0">
            <a:latin typeface="Times New Roman" panose="02020603050405020304" pitchFamily="18" charset="0"/>
            <a:cs typeface="Times New Roman" panose="02020603050405020304" pitchFamily="18" charset="0"/>
          </a:endParaRPr>
        </a:p>
      </dgm:t>
    </dgm:pt>
    <dgm:pt modelId="{09F3610F-0754-4B2C-A4D2-21E4B80D95F5}" type="parTrans" cxnId="{75E70BC8-5D37-40FD-A7E9-D7884BEBF33F}">
      <dgm:prSet/>
      <dgm:spPr/>
      <dgm:t>
        <a:bodyPr/>
        <a:lstStyle/>
        <a:p>
          <a:endParaRPr lang="en-IN" sz="1800">
            <a:latin typeface="Times New Roman" panose="02020603050405020304" pitchFamily="18" charset="0"/>
            <a:cs typeface="Times New Roman" panose="02020603050405020304" pitchFamily="18" charset="0"/>
          </a:endParaRPr>
        </a:p>
      </dgm:t>
    </dgm:pt>
    <dgm:pt modelId="{FBBC7010-71A2-4CB1-B23A-728F725EE7D1}" type="sibTrans" cxnId="{75E70BC8-5D37-40FD-A7E9-D7884BEBF33F}">
      <dgm:prSet phldrT="02" phldr="0" custT="1"/>
      <dgm:spPr/>
      <dgm:t>
        <a:bodyPr/>
        <a:lstStyle/>
        <a:p>
          <a:r>
            <a:rPr lang="en-IN" sz="3600">
              <a:latin typeface="Times New Roman" panose="02020603050405020304" pitchFamily="18" charset="0"/>
              <a:cs typeface="Times New Roman" panose="02020603050405020304" pitchFamily="18" charset="0"/>
            </a:rPr>
            <a:t>02</a:t>
          </a:r>
        </a:p>
      </dgm:t>
    </dgm:pt>
    <dgm:pt modelId="{522E4463-3774-44C0-94EF-B730FED8C4D4}">
      <dgm:prSet phldrT="[Text]" phldr="0" custT="1"/>
      <dgm:spPr/>
      <dgm:t>
        <a:bodyPr/>
        <a:lstStyle/>
        <a:p>
          <a:pPr>
            <a:defRPr cap="all"/>
          </a:pPr>
          <a:r>
            <a:rPr lang="en-US" sz="1600" dirty="0">
              <a:latin typeface="Times New Roman" panose="02020603050405020304" pitchFamily="18" charset="0"/>
              <a:cs typeface="Times New Roman" panose="02020603050405020304" pitchFamily="18" charset="0"/>
            </a:rPr>
            <a:t>Task Assignment</a:t>
          </a:r>
          <a:endParaRPr lang="en-IN" sz="1600" dirty="0">
            <a:latin typeface="Times New Roman" panose="02020603050405020304" pitchFamily="18" charset="0"/>
            <a:cs typeface="Times New Roman" panose="02020603050405020304" pitchFamily="18" charset="0"/>
          </a:endParaRPr>
        </a:p>
      </dgm:t>
    </dgm:pt>
    <dgm:pt modelId="{D50D1012-A168-46BF-9B3F-C849CE35E164}" type="parTrans" cxnId="{CEFB705F-F2D9-42D9-BEB9-53DA2E1049B6}">
      <dgm:prSet/>
      <dgm:spPr/>
      <dgm:t>
        <a:bodyPr/>
        <a:lstStyle/>
        <a:p>
          <a:endParaRPr lang="en-IN" sz="1800">
            <a:latin typeface="Times New Roman" panose="02020603050405020304" pitchFamily="18" charset="0"/>
            <a:cs typeface="Times New Roman" panose="02020603050405020304" pitchFamily="18" charset="0"/>
          </a:endParaRPr>
        </a:p>
      </dgm:t>
    </dgm:pt>
    <dgm:pt modelId="{F38A416A-C8F9-420F-9CC9-69EDA4CAA951}" type="sibTrans" cxnId="{CEFB705F-F2D9-42D9-BEB9-53DA2E1049B6}">
      <dgm:prSet phldrT="03" phldr="0" custT="1"/>
      <dgm:spPr/>
      <dgm:t>
        <a:bodyPr/>
        <a:lstStyle/>
        <a:p>
          <a:r>
            <a:rPr lang="en-IN" sz="3600">
              <a:latin typeface="Times New Roman" panose="02020603050405020304" pitchFamily="18" charset="0"/>
              <a:cs typeface="Times New Roman" panose="02020603050405020304" pitchFamily="18" charset="0"/>
            </a:rPr>
            <a:t>03</a:t>
          </a:r>
        </a:p>
      </dgm:t>
    </dgm:pt>
    <dgm:pt modelId="{4567C19F-CEB2-4142-8A7E-676D63B42246}">
      <dgm:prSet phldrT="[Text]" phldr="0" custT="1"/>
      <dgm:spPr/>
      <dgm:t>
        <a:bodyPr/>
        <a:lstStyle/>
        <a:p>
          <a:pPr>
            <a:defRPr cap="all"/>
          </a:pPr>
          <a:r>
            <a:rPr lang="en-US" sz="2000" dirty="0">
              <a:latin typeface="Times New Roman" panose="02020603050405020304" pitchFamily="18" charset="0"/>
              <a:cs typeface="Times New Roman" panose="02020603050405020304" pitchFamily="18" charset="0"/>
            </a:rPr>
            <a:t>Timeline Creation</a:t>
          </a:r>
          <a:endParaRPr lang="en-IN" sz="2000" dirty="0">
            <a:latin typeface="Times New Roman" panose="02020603050405020304" pitchFamily="18" charset="0"/>
            <a:cs typeface="Times New Roman" panose="02020603050405020304" pitchFamily="18" charset="0"/>
          </a:endParaRPr>
        </a:p>
      </dgm:t>
    </dgm:pt>
    <dgm:pt modelId="{42452D81-D655-4D59-9A27-57166B6D724F}" type="parTrans" cxnId="{5DBACF47-7076-4C5D-8543-1689E617168B}">
      <dgm:prSet/>
      <dgm:spPr/>
      <dgm:t>
        <a:bodyPr/>
        <a:lstStyle/>
        <a:p>
          <a:endParaRPr lang="en-IN" sz="1800">
            <a:latin typeface="Times New Roman" panose="02020603050405020304" pitchFamily="18" charset="0"/>
            <a:cs typeface="Times New Roman" panose="02020603050405020304" pitchFamily="18" charset="0"/>
          </a:endParaRPr>
        </a:p>
      </dgm:t>
    </dgm:pt>
    <dgm:pt modelId="{8533F5B0-93EA-4862-8078-E94419A5F556}" type="sibTrans" cxnId="{5DBACF47-7076-4C5D-8543-1689E617168B}">
      <dgm:prSet phldrT="04" phldr="0" custT="1"/>
      <dgm:spPr/>
      <dgm:t>
        <a:bodyPr/>
        <a:lstStyle/>
        <a:p>
          <a:r>
            <a:rPr lang="en-IN" sz="3600">
              <a:latin typeface="Times New Roman" panose="02020603050405020304" pitchFamily="18" charset="0"/>
              <a:cs typeface="Times New Roman" panose="02020603050405020304" pitchFamily="18" charset="0"/>
            </a:rPr>
            <a:t>04</a:t>
          </a:r>
        </a:p>
      </dgm:t>
    </dgm:pt>
    <dgm:pt modelId="{45E6FB58-ECF4-41CC-B271-19B47492D390}">
      <dgm:prSet phldrT="[Text]" phldr="0" custT="1"/>
      <dgm:spPr/>
      <dgm:t>
        <a:bodyPr/>
        <a:lstStyle/>
        <a:p>
          <a:pPr>
            <a:defRPr cap="all"/>
          </a:pPr>
          <a:r>
            <a:rPr lang="en-US" sz="1800" dirty="0">
              <a:latin typeface="Times New Roman" panose="02020603050405020304" pitchFamily="18" charset="0"/>
              <a:cs typeface="Times New Roman" panose="02020603050405020304" pitchFamily="18" charset="0"/>
            </a:rPr>
            <a:t>Risk Identification</a:t>
          </a:r>
          <a:endParaRPr lang="en-IN" sz="1800" dirty="0">
            <a:latin typeface="Times New Roman" panose="02020603050405020304" pitchFamily="18" charset="0"/>
            <a:cs typeface="Times New Roman" panose="02020603050405020304" pitchFamily="18" charset="0"/>
          </a:endParaRPr>
        </a:p>
      </dgm:t>
    </dgm:pt>
    <dgm:pt modelId="{A66411A6-9160-40F9-A1D3-EFFC706D020A}" type="parTrans" cxnId="{E14FA34E-D13B-4AD4-858E-9A3C54259345}">
      <dgm:prSet/>
      <dgm:spPr/>
      <dgm:t>
        <a:bodyPr/>
        <a:lstStyle/>
        <a:p>
          <a:endParaRPr lang="en-IN" sz="1800">
            <a:latin typeface="Times New Roman" panose="02020603050405020304" pitchFamily="18" charset="0"/>
            <a:cs typeface="Times New Roman" panose="02020603050405020304" pitchFamily="18" charset="0"/>
          </a:endParaRPr>
        </a:p>
      </dgm:t>
    </dgm:pt>
    <dgm:pt modelId="{9292750A-231E-4FC0-85FC-094560A5916A}" type="sibTrans" cxnId="{E14FA34E-D13B-4AD4-858E-9A3C54259345}">
      <dgm:prSet phldrT="05" phldr="0" custT="1"/>
      <dgm:spPr/>
      <dgm:t>
        <a:bodyPr/>
        <a:lstStyle/>
        <a:p>
          <a:r>
            <a:rPr lang="en-IN" sz="3600">
              <a:latin typeface="Times New Roman" panose="02020603050405020304" pitchFamily="18" charset="0"/>
              <a:cs typeface="Times New Roman" panose="02020603050405020304" pitchFamily="18" charset="0"/>
            </a:rPr>
            <a:t>05</a:t>
          </a:r>
        </a:p>
      </dgm:t>
    </dgm:pt>
    <dgm:pt modelId="{9221E842-45E6-41D8-A0E3-A627A4896103}">
      <dgm:prSet phldrT="[Text]" phldr="0" custT="1"/>
      <dgm:spPr/>
      <dgm:t>
        <a:bodyPr/>
        <a:lstStyle/>
        <a:p>
          <a:pPr>
            <a:defRPr cap="all"/>
          </a:pPr>
          <a:r>
            <a:rPr lang="en-US" sz="2000" dirty="0">
              <a:latin typeface="Times New Roman" panose="02020603050405020304" pitchFamily="18" charset="0"/>
              <a:cs typeface="Times New Roman" panose="02020603050405020304" pitchFamily="18" charset="0"/>
            </a:rPr>
            <a:t>Resource Planning</a:t>
          </a:r>
          <a:endParaRPr lang="en-IN" sz="2000" dirty="0">
            <a:latin typeface="Times New Roman" panose="02020603050405020304" pitchFamily="18" charset="0"/>
            <a:cs typeface="Times New Roman" panose="02020603050405020304" pitchFamily="18" charset="0"/>
          </a:endParaRPr>
        </a:p>
      </dgm:t>
    </dgm:pt>
    <dgm:pt modelId="{84ABA7AA-8C66-41F4-91A5-B589C560E606}" type="parTrans" cxnId="{CB826675-14ED-477B-82FD-096C03DD8A8C}">
      <dgm:prSet/>
      <dgm:spPr/>
      <dgm:t>
        <a:bodyPr/>
        <a:lstStyle/>
        <a:p>
          <a:endParaRPr lang="en-IN" sz="1800">
            <a:latin typeface="Times New Roman" panose="02020603050405020304" pitchFamily="18" charset="0"/>
            <a:cs typeface="Times New Roman" panose="02020603050405020304" pitchFamily="18" charset="0"/>
          </a:endParaRPr>
        </a:p>
      </dgm:t>
    </dgm:pt>
    <dgm:pt modelId="{D88AB913-B901-49D8-9B4A-04C3ADAE6C32}" type="sibTrans" cxnId="{CB826675-14ED-477B-82FD-096C03DD8A8C}">
      <dgm:prSet phldrT="06" phldr="0" custT="1"/>
      <dgm:spPr/>
      <dgm:t>
        <a:bodyPr/>
        <a:lstStyle/>
        <a:p>
          <a:r>
            <a:rPr lang="en-IN" sz="3600">
              <a:latin typeface="Times New Roman" panose="02020603050405020304" pitchFamily="18" charset="0"/>
              <a:cs typeface="Times New Roman" panose="02020603050405020304" pitchFamily="18" charset="0"/>
            </a:rPr>
            <a:t>06</a:t>
          </a:r>
        </a:p>
      </dgm:t>
    </dgm:pt>
    <dgm:pt modelId="{C6920E5C-65B9-4FD0-913D-9738069E12EC}" type="pres">
      <dgm:prSet presAssocID="{FD5DAF54-9A70-475B-9879-2A21178BB4E4}" presName="Name0" presStyleCnt="0">
        <dgm:presLayoutVars>
          <dgm:animLvl val="lvl"/>
          <dgm:resizeHandles val="exact"/>
        </dgm:presLayoutVars>
      </dgm:prSet>
      <dgm:spPr/>
    </dgm:pt>
    <dgm:pt modelId="{E4FE01EA-24BF-42B0-AAA2-59D2425B8374}" type="pres">
      <dgm:prSet presAssocID="{04691EB2-01D6-4A8B-9AD3-20A016952AB7}" presName="compositeNode" presStyleCnt="0">
        <dgm:presLayoutVars>
          <dgm:bulletEnabled val="1"/>
        </dgm:presLayoutVars>
      </dgm:prSet>
      <dgm:spPr/>
    </dgm:pt>
    <dgm:pt modelId="{9AD5EE1F-25A4-41DC-A3FD-B0BCC96F7253}" type="pres">
      <dgm:prSet presAssocID="{04691EB2-01D6-4A8B-9AD3-20A016952AB7}" presName="bgRect" presStyleLbl="alignNode1" presStyleIdx="0" presStyleCnt="6"/>
      <dgm:spPr/>
    </dgm:pt>
    <dgm:pt modelId="{0EF2CFDB-C824-4D5D-8584-1B4921D60597}" type="pres">
      <dgm:prSet presAssocID="{19A03FCE-5D09-4A15-985B-633A3CE1951E}" presName="sibTransNodeRect" presStyleLbl="alignNode1" presStyleIdx="0" presStyleCnt="6">
        <dgm:presLayoutVars>
          <dgm:chMax val="0"/>
          <dgm:bulletEnabled val="1"/>
        </dgm:presLayoutVars>
      </dgm:prSet>
      <dgm:spPr/>
    </dgm:pt>
    <dgm:pt modelId="{F7A72617-D74B-46EB-99CE-C7C811D6596E}" type="pres">
      <dgm:prSet presAssocID="{04691EB2-01D6-4A8B-9AD3-20A016952AB7}" presName="nodeRect" presStyleLbl="alignNode1" presStyleIdx="0" presStyleCnt="6">
        <dgm:presLayoutVars>
          <dgm:bulletEnabled val="1"/>
        </dgm:presLayoutVars>
      </dgm:prSet>
      <dgm:spPr/>
    </dgm:pt>
    <dgm:pt modelId="{B9C3DFE2-78BA-4BB2-A2BC-B34C9D55DE97}" type="pres">
      <dgm:prSet presAssocID="{19A03FCE-5D09-4A15-985B-633A3CE1951E}" presName="sibTrans" presStyleCnt="0"/>
      <dgm:spPr/>
    </dgm:pt>
    <dgm:pt modelId="{2AA6A04D-5E67-4AD1-9E9C-552589856C32}" type="pres">
      <dgm:prSet presAssocID="{CD060A6B-B8B4-465D-BAA3-C5666D2BC908}" presName="compositeNode" presStyleCnt="0">
        <dgm:presLayoutVars>
          <dgm:bulletEnabled val="1"/>
        </dgm:presLayoutVars>
      </dgm:prSet>
      <dgm:spPr/>
    </dgm:pt>
    <dgm:pt modelId="{C5A11B60-8E07-4100-8D1C-44494C640ECA}" type="pres">
      <dgm:prSet presAssocID="{CD060A6B-B8B4-465D-BAA3-C5666D2BC908}" presName="bgRect" presStyleLbl="alignNode1" presStyleIdx="1" presStyleCnt="6"/>
      <dgm:spPr/>
    </dgm:pt>
    <dgm:pt modelId="{226419CB-6D40-4ED1-ACAA-6667CC574CE8}" type="pres">
      <dgm:prSet presAssocID="{FBBC7010-71A2-4CB1-B23A-728F725EE7D1}" presName="sibTransNodeRect" presStyleLbl="alignNode1" presStyleIdx="1" presStyleCnt="6">
        <dgm:presLayoutVars>
          <dgm:chMax val="0"/>
          <dgm:bulletEnabled val="1"/>
        </dgm:presLayoutVars>
      </dgm:prSet>
      <dgm:spPr/>
    </dgm:pt>
    <dgm:pt modelId="{8AC6CD1B-4125-4DFB-93AE-60932506E216}" type="pres">
      <dgm:prSet presAssocID="{CD060A6B-B8B4-465D-BAA3-C5666D2BC908}" presName="nodeRect" presStyleLbl="alignNode1" presStyleIdx="1" presStyleCnt="6">
        <dgm:presLayoutVars>
          <dgm:bulletEnabled val="1"/>
        </dgm:presLayoutVars>
      </dgm:prSet>
      <dgm:spPr/>
    </dgm:pt>
    <dgm:pt modelId="{62154CDD-E8C1-46FE-9AC8-F1ED5CDFC961}" type="pres">
      <dgm:prSet presAssocID="{FBBC7010-71A2-4CB1-B23A-728F725EE7D1}" presName="sibTrans" presStyleCnt="0"/>
      <dgm:spPr/>
    </dgm:pt>
    <dgm:pt modelId="{4D91FEB5-5E5D-4D78-956C-17EBF3281F22}" type="pres">
      <dgm:prSet presAssocID="{522E4463-3774-44C0-94EF-B730FED8C4D4}" presName="compositeNode" presStyleCnt="0">
        <dgm:presLayoutVars>
          <dgm:bulletEnabled val="1"/>
        </dgm:presLayoutVars>
      </dgm:prSet>
      <dgm:spPr/>
    </dgm:pt>
    <dgm:pt modelId="{CCC8EC3A-BCEA-47C4-9B48-6B54D49254E3}" type="pres">
      <dgm:prSet presAssocID="{522E4463-3774-44C0-94EF-B730FED8C4D4}" presName="bgRect" presStyleLbl="alignNode1" presStyleIdx="2" presStyleCnt="6"/>
      <dgm:spPr/>
    </dgm:pt>
    <dgm:pt modelId="{298DBACD-B328-4094-9910-A5D1BB45A1C4}" type="pres">
      <dgm:prSet presAssocID="{F38A416A-C8F9-420F-9CC9-69EDA4CAA951}" presName="sibTransNodeRect" presStyleLbl="alignNode1" presStyleIdx="2" presStyleCnt="6">
        <dgm:presLayoutVars>
          <dgm:chMax val="0"/>
          <dgm:bulletEnabled val="1"/>
        </dgm:presLayoutVars>
      </dgm:prSet>
      <dgm:spPr/>
    </dgm:pt>
    <dgm:pt modelId="{CA2166F6-E457-404E-AF6D-0A2CB568727F}" type="pres">
      <dgm:prSet presAssocID="{522E4463-3774-44C0-94EF-B730FED8C4D4}" presName="nodeRect" presStyleLbl="alignNode1" presStyleIdx="2" presStyleCnt="6">
        <dgm:presLayoutVars>
          <dgm:bulletEnabled val="1"/>
        </dgm:presLayoutVars>
      </dgm:prSet>
      <dgm:spPr/>
    </dgm:pt>
    <dgm:pt modelId="{73644E74-D364-4325-BEF7-0E18A7A89EBE}" type="pres">
      <dgm:prSet presAssocID="{F38A416A-C8F9-420F-9CC9-69EDA4CAA951}" presName="sibTrans" presStyleCnt="0"/>
      <dgm:spPr/>
    </dgm:pt>
    <dgm:pt modelId="{C0EB025E-6B23-4AD5-AF61-A37F5622A702}" type="pres">
      <dgm:prSet presAssocID="{4567C19F-CEB2-4142-8A7E-676D63B42246}" presName="compositeNode" presStyleCnt="0">
        <dgm:presLayoutVars>
          <dgm:bulletEnabled val="1"/>
        </dgm:presLayoutVars>
      </dgm:prSet>
      <dgm:spPr/>
    </dgm:pt>
    <dgm:pt modelId="{646590AA-8FB8-4393-92AA-71540FA8EB2D}" type="pres">
      <dgm:prSet presAssocID="{4567C19F-CEB2-4142-8A7E-676D63B42246}" presName="bgRect" presStyleLbl="alignNode1" presStyleIdx="3" presStyleCnt="6"/>
      <dgm:spPr/>
    </dgm:pt>
    <dgm:pt modelId="{B25133CC-C03E-4298-A0AF-C0CB9D7EAD89}" type="pres">
      <dgm:prSet presAssocID="{8533F5B0-93EA-4862-8078-E94419A5F556}" presName="sibTransNodeRect" presStyleLbl="alignNode1" presStyleIdx="3" presStyleCnt="6">
        <dgm:presLayoutVars>
          <dgm:chMax val="0"/>
          <dgm:bulletEnabled val="1"/>
        </dgm:presLayoutVars>
      </dgm:prSet>
      <dgm:spPr/>
    </dgm:pt>
    <dgm:pt modelId="{1F603F1B-6BAE-47C9-9716-780415E9F5FF}" type="pres">
      <dgm:prSet presAssocID="{4567C19F-CEB2-4142-8A7E-676D63B42246}" presName="nodeRect" presStyleLbl="alignNode1" presStyleIdx="3" presStyleCnt="6">
        <dgm:presLayoutVars>
          <dgm:bulletEnabled val="1"/>
        </dgm:presLayoutVars>
      </dgm:prSet>
      <dgm:spPr/>
    </dgm:pt>
    <dgm:pt modelId="{3A82A488-2750-4C95-9E84-FA40AE11FF2A}" type="pres">
      <dgm:prSet presAssocID="{8533F5B0-93EA-4862-8078-E94419A5F556}" presName="sibTrans" presStyleCnt="0"/>
      <dgm:spPr/>
    </dgm:pt>
    <dgm:pt modelId="{51CA70A1-3BF8-48B2-8CBF-6F0DF691A5AE}" type="pres">
      <dgm:prSet presAssocID="{45E6FB58-ECF4-41CC-B271-19B47492D390}" presName="compositeNode" presStyleCnt="0">
        <dgm:presLayoutVars>
          <dgm:bulletEnabled val="1"/>
        </dgm:presLayoutVars>
      </dgm:prSet>
      <dgm:spPr/>
    </dgm:pt>
    <dgm:pt modelId="{EF976054-984F-4C60-B358-BC8A90DFE178}" type="pres">
      <dgm:prSet presAssocID="{45E6FB58-ECF4-41CC-B271-19B47492D390}" presName="bgRect" presStyleLbl="alignNode1" presStyleIdx="4" presStyleCnt="6"/>
      <dgm:spPr/>
    </dgm:pt>
    <dgm:pt modelId="{F1C3D6FE-2859-42C8-B36E-19028D28783E}" type="pres">
      <dgm:prSet presAssocID="{9292750A-231E-4FC0-85FC-094560A5916A}" presName="sibTransNodeRect" presStyleLbl="alignNode1" presStyleIdx="4" presStyleCnt="6">
        <dgm:presLayoutVars>
          <dgm:chMax val="0"/>
          <dgm:bulletEnabled val="1"/>
        </dgm:presLayoutVars>
      </dgm:prSet>
      <dgm:spPr/>
    </dgm:pt>
    <dgm:pt modelId="{D77EB134-B917-4D27-BE48-4F762DF29B8A}" type="pres">
      <dgm:prSet presAssocID="{45E6FB58-ECF4-41CC-B271-19B47492D390}" presName="nodeRect" presStyleLbl="alignNode1" presStyleIdx="4" presStyleCnt="6">
        <dgm:presLayoutVars>
          <dgm:bulletEnabled val="1"/>
        </dgm:presLayoutVars>
      </dgm:prSet>
      <dgm:spPr/>
    </dgm:pt>
    <dgm:pt modelId="{4B7B970A-A8E4-4F81-8A6A-77B909300677}" type="pres">
      <dgm:prSet presAssocID="{9292750A-231E-4FC0-85FC-094560A5916A}" presName="sibTrans" presStyleCnt="0"/>
      <dgm:spPr/>
    </dgm:pt>
    <dgm:pt modelId="{BFA07E13-83B3-4A36-93CD-3EDF54140E3D}" type="pres">
      <dgm:prSet presAssocID="{9221E842-45E6-41D8-A0E3-A627A4896103}" presName="compositeNode" presStyleCnt="0">
        <dgm:presLayoutVars>
          <dgm:bulletEnabled val="1"/>
        </dgm:presLayoutVars>
      </dgm:prSet>
      <dgm:spPr/>
    </dgm:pt>
    <dgm:pt modelId="{C3B375CA-FAA4-48CB-8324-3FADF188E8C4}" type="pres">
      <dgm:prSet presAssocID="{9221E842-45E6-41D8-A0E3-A627A4896103}" presName="bgRect" presStyleLbl="alignNode1" presStyleIdx="5" presStyleCnt="6"/>
      <dgm:spPr/>
    </dgm:pt>
    <dgm:pt modelId="{89386A0A-929D-4CFD-8C95-BACB61D280CA}" type="pres">
      <dgm:prSet presAssocID="{D88AB913-B901-49D8-9B4A-04C3ADAE6C32}" presName="sibTransNodeRect" presStyleLbl="alignNode1" presStyleIdx="5" presStyleCnt="6">
        <dgm:presLayoutVars>
          <dgm:chMax val="0"/>
          <dgm:bulletEnabled val="1"/>
        </dgm:presLayoutVars>
      </dgm:prSet>
      <dgm:spPr/>
    </dgm:pt>
    <dgm:pt modelId="{D051C176-3BAE-4D07-AC99-B31CCEDEE5F4}" type="pres">
      <dgm:prSet presAssocID="{9221E842-45E6-41D8-A0E3-A627A4896103}" presName="nodeRect" presStyleLbl="alignNode1" presStyleIdx="5" presStyleCnt="6">
        <dgm:presLayoutVars>
          <dgm:bulletEnabled val="1"/>
        </dgm:presLayoutVars>
      </dgm:prSet>
      <dgm:spPr/>
    </dgm:pt>
  </dgm:ptLst>
  <dgm:cxnLst>
    <dgm:cxn modelId="{DBE7F608-CC28-435E-9F5A-5CA1F353682D}" type="presOf" srcId="{45E6FB58-ECF4-41CC-B271-19B47492D390}" destId="{D77EB134-B917-4D27-BE48-4F762DF29B8A}" srcOrd="1" destOrd="0" presId="urn:microsoft.com/office/officeart/2016/7/layout/LinearBlockProcessNumbered"/>
    <dgm:cxn modelId="{53C5AB0D-015B-452D-994E-0CDB5F90F792}" type="presOf" srcId="{4567C19F-CEB2-4142-8A7E-676D63B42246}" destId="{646590AA-8FB8-4393-92AA-71540FA8EB2D}" srcOrd="0" destOrd="0" presId="urn:microsoft.com/office/officeart/2016/7/layout/LinearBlockProcessNumbered"/>
    <dgm:cxn modelId="{C0A99622-6120-477E-BE02-237238ADB7F4}" type="presOf" srcId="{CD060A6B-B8B4-465D-BAA3-C5666D2BC908}" destId="{C5A11B60-8E07-4100-8D1C-44494C640ECA}" srcOrd="0" destOrd="0" presId="urn:microsoft.com/office/officeart/2016/7/layout/LinearBlockProcessNumbered"/>
    <dgm:cxn modelId="{240EE425-2099-4E82-9158-6B152BA30393}" type="presOf" srcId="{CD060A6B-B8B4-465D-BAA3-C5666D2BC908}" destId="{8AC6CD1B-4125-4DFB-93AE-60932506E216}" srcOrd="1" destOrd="0" presId="urn:microsoft.com/office/officeart/2016/7/layout/LinearBlockProcessNumbered"/>
    <dgm:cxn modelId="{75E24C28-7E27-4695-AEB7-EC9660A1AFD5}" type="presOf" srcId="{4567C19F-CEB2-4142-8A7E-676D63B42246}" destId="{1F603F1B-6BAE-47C9-9716-780415E9F5FF}" srcOrd="1" destOrd="0" presId="urn:microsoft.com/office/officeart/2016/7/layout/LinearBlockProcessNumbered"/>
    <dgm:cxn modelId="{6A271F2C-95FC-4CB4-B0D3-84D67314D85F}" type="presOf" srcId="{19A03FCE-5D09-4A15-985B-633A3CE1951E}" destId="{0EF2CFDB-C824-4D5D-8584-1B4921D60597}" srcOrd="0" destOrd="0" presId="urn:microsoft.com/office/officeart/2016/7/layout/LinearBlockProcessNumbered"/>
    <dgm:cxn modelId="{67E8F43A-F6AB-4922-82BD-2DF2AC847107}" srcId="{FD5DAF54-9A70-475B-9879-2A21178BB4E4}" destId="{04691EB2-01D6-4A8B-9AD3-20A016952AB7}" srcOrd="0" destOrd="0" parTransId="{D1E88A3A-371D-4DAC-B019-F470590A55E8}" sibTransId="{19A03FCE-5D09-4A15-985B-633A3CE1951E}"/>
    <dgm:cxn modelId="{C6D3653D-1780-41E4-9F57-CA992829485B}" type="presOf" srcId="{522E4463-3774-44C0-94EF-B730FED8C4D4}" destId="{CA2166F6-E457-404E-AF6D-0A2CB568727F}" srcOrd="1" destOrd="0" presId="urn:microsoft.com/office/officeart/2016/7/layout/LinearBlockProcessNumbered"/>
    <dgm:cxn modelId="{CEFB705F-F2D9-42D9-BEB9-53DA2E1049B6}" srcId="{FD5DAF54-9A70-475B-9879-2A21178BB4E4}" destId="{522E4463-3774-44C0-94EF-B730FED8C4D4}" srcOrd="2" destOrd="0" parTransId="{D50D1012-A168-46BF-9B3F-C849CE35E164}" sibTransId="{F38A416A-C8F9-420F-9CC9-69EDA4CAA951}"/>
    <dgm:cxn modelId="{5DBACF47-7076-4C5D-8543-1689E617168B}" srcId="{FD5DAF54-9A70-475B-9879-2A21178BB4E4}" destId="{4567C19F-CEB2-4142-8A7E-676D63B42246}" srcOrd="3" destOrd="0" parTransId="{42452D81-D655-4D59-9A27-57166B6D724F}" sibTransId="{8533F5B0-93EA-4862-8078-E94419A5F556}"/>
    <dgm:cxn modelId="{7876C768-0E4A-47D4-AF9E-49ACB2515B88}" type="presOf" srcId="{45E6FB58-ECF4-41CC-B271-19B47492D390}" destId="{EF976054-984F-4C60-B358-BC8A90DFE178}" srcOrd="0" destOrd="0" presId="urn:microsoft.com/office/officeart/2016/7/layout/LinearBlockProcessNumbered"/>
    <dgm:cxn modelId="{23D2DE48-BED5-43E4-B54C-2C0A5F4D419E}" type="presOf" srcId="{F38A416A-C8F9-420F-9CC9-69EDA4CAA951}" destId="{298DBACD-B328-4094-9910-A5D1BB45A1C4}" srcOrd="0" destOrd="0" presId="urn:microsoft.com/office/officeart/2016/7/layout/LinearBlockProcessNumbered"/>
    <dgm:cxn modelId="{D7ADD14C-0306-4440-87A2-C46D4449E9E6}" type="presOf" srcId="{9221E842-45E6-41D8-A0E3-A627A4896103}" destId="{C3B375CA-FAA4-48CB-8324-3FADF188E8C4}" srcOrd="0" destOrd="0" presId="urn:microsoft.com/office/officeart/2016/7/layout/LinearBlockProcessNumbered"/>
    <dgm:cxn modelId="{E14FA34E-D13B-4AD4-858E-9A3C54259345}" srcId="{FD5DAF54-9A70-475B-9879-2A21178BB4E4}" destId="{45E6FB58-ECF4-41CC-B271-19B47492D390}" srcOrd="4" destOrd="0" parTransId="{A66411A6-9160-40F9-A1D3-EFFC706D020A}" sibTransId="{9292750A-231E-4FC0-85FC-094560A5916A}"/>
    <dgm:cxn modelId="{E283124F-7224-4D74-AECF-A5B5097DB31B}" type="presOf" srcId="{9221E842-45E6-41D8-A0E3-A627A4896103}" destId="{D051C176-3BAE-4D07-AC99-B31CCEDEE5F4}" srcOrd="1" destOrd="0" presId="urn:microsoft.com/office/officeart/2016/7/layout/LinearBlockProcessNumbered"/>
    <dgm:cxn modelId="{CB826675-14ED-477B-82FD-096C03DD8A8C}" srcId="{FD5DAF54-9A70-475B-9879-2A21178BB4E4}" destId="{9221E842-45E6-41D8-A0E3-A627A4896103}" srcOrd="5" destOrd="0" parTransId="{84ABA7AA-8C66-41F4-91A5-B589C560E606}" sibTransId="{D88AB913-B901-49D8-9B4A-04C3ADAE6C32}"/>
    <dgm:cxn modelId="{0E4DF178-32FA-4B59-99FD-29536EDDD192}" type="presOf" srcId="{D88AB913-B901-49D8-9B4A-04C3ADAE6C32}" destId="{89386A0A-929D-4CFD-8C95-BACB61D280CA}" srcOrd="0" destOrd="0" presId="urn:microsoft.com/office/officeart/2016/7/layout/LinearBlockProcessNumbered"/>
    <dgm:cxn modelId="{1959AF7A-D0B6-4558-84B6-9BEB285358AA}" type="presOf" srcId="{9292750A-231E-4FC0-85FC-094560A5916A}" destId="{F1C3D6FE-2859-42C8-B36E-19028D28783E}" srcOrd="0" destOrd="0" presId="urn:microsoft.com/office/officeart/2016/7/layout/LinearBlockProcessNumbered"/>
    <dgm:cxn modelId="{7AA1B497-2A47-4CA0-8AE1-FF5ABD0D1C54}" type="presOf" srcId="{FD5DAF54-9A70-475B-9879-2A21178BB4E4}" destId="{C6920E5C-65B9-4FD0-913D-9738069E12EC}" srcOrd="0" destOrd="0" presId="urn:microsoft.com/office/officeart/2016/7/layout/LinearBlockProcessNumbered"/>
    <dgm:cxn modelId="{47477BB0-4A33-4FF2-9AED-703F966DA2AF}" type="presOf" srcId="{FBBC7010-71A2-4CB1-B23A-728F725EE7D1}" destId="{226419CB-6D40-4ED1-ACAA-6667CC574CE8}" srcOrd="0" destOrd="0" presId="urn:microsoft.com/office/officeart/2016/7/layout/LinearBlockProcessNumbered"/>
    <dgm:cxn modelId="{7A87C6B8-ACE1-45E5-8B60-4A8475F91D47}" type="presOf" srcId="{04691EB2-01D6-4A8B-9AD3-20A016952AB7}" destId="{F7A72617-D74B-46EB-99CE-C7C811D6596E}" srcOrd="1" destOrd="0" presId="urn:microsoft.com/office/officeart/2016/7/layout/LinearBlockProcessNumbered"/>
    <dgm:cxn modelId="{6297D8BE-7E34-436C-8B6C-FC2528339204}" type="presOf" srcId="{04691EB2-01D6-4A8B-9AD3-20A016952AB7}" destId="{9AD5EE1F-25A4-41DC-A3FD-B0BCC96F7253}" srcOrd="0" destOrd="0" presId="urn:microsoft.com/office/officeart/2016/7/layout/LinearBlockProcessNumbered"/>
    <dgm:cxn modelId="{CB6F47C1-E89E-4646-B5C6-2CF2DBDF6DEC}" type="presOf" srcId="{8533F5B0-93EA-4862-8078-E94419A5F556}" destId="{B25133CC-C03E-4298-A0AF-C0CB9D7EAD89}" srcOrd="0" destOrd="0" presId="urn:microsoft.com/office/officeart/2016/7/layout/LinearBlockProcessNumbered"/>
    <dgm:cxn modelId="{75E70BC8-5D37-40FD-A7E9-D7884BEBF33F}" srcId="{FD5DAF54-9A70-475B-9879-2A21178BB4E4}" destId="{CD060A6B-B8B4-465D-BAA3-C5666D2BC908}" srcOrd="1" destOrd="0" parTransId="{09F3610F-0754-4B2C-A4D2-21E4B80D95F5}" sibTransId="{FBBC7010-71A2-4CB1-B23A-728F725EE7D1}"/>
    <dgm:cxn modelId="{8EE151F0-5A20-45CE-8C51-5EE7A455D85C}" type="presOf" srcId="{522E4463-3774-44C0-94EF-B730FED8C4D4}" destId="{CCC8EC3A-BCEA-47C4-9B48-6B54D49254E3}" srcOrd="0" destOrd="0" presId="urn:microsoft.com/office/officeart/2016/7/layout/LinearBlockProcessNumbered"/>
    <dgm:cxn modelId="{CB8ACC69-50DF-4641-AC12-E3903FFACE60}" type="presParOf" srcId="{C6920E5C-65B9-4FD0-913D-9738069E12EC}" destId="{E4FE01EA-24BF-42B0-AAA2-59D2425B8374}" srcOrd="0" destOrd="0" presId="urn:microsoft.com/office/officeart/2016/7/layout/LinearBlockProcessNumbered"/>
    <dgm:cxn modelId="{B2B7A6B7-F9B9-4607-AD00-EA8FC6950B3B}" type="presParOf" srcId="{E4FE01EA-24BF-42B0-AAA2-59D2425B8374}" destId="{9AD5EE1F-25A4-41DC-A3FD-B0BCC96F7253}" srcOrd="0" destOrd="0" presId="urn:microsoft.com/office/officeart/2016/7/layout/LinearBlockProcessNumbered"/>
    <dgm:cxn modelId="{E64A71CF-6357-44B4-B0E9-3BB2048ED649}" type="presParOf" srcId="{E4FE01EA-24BF-42B0-AAA2-59D2425B8374}" destId="{0EF2CFDB-C824-4D5D-8584-1B4921D60597}" srcOrd="1" destOrd="0" presId="urn:microsoft.com/office/officeart/2016/7/layout/LinearBlockProcessNumbered"/>
    <dgm:cxn modelId="{7309C2AC-1521-4615-BD25-A01B17BA7688}" type="presParOf" srcId="{E4FE01EA-24BF-42B0-AAA2-59D2425B8374}" destId="{F7A72617-D74B-46EB-99CE-C7C811D6596E}" srcOrd="2" destOrd="0" presId="urn:microsoft.com/office/officeart/2016/7/layout/LinearBlockProcessNumbered"/>
    <dgm:cxn modelId="{BCD1DEC3-C7D2-484D-824F-1071B94C5726}" type="presParOf" srcId="{C6920E5C-65B9-4FD0-913D-9738069E12EC}" destId="{B9C3DFE2-78BA-4BB2-A2BC-B34C9D55DE97}" srcOrd="1" destOrd="0" presId="urn:microsoft.com/office/officeart/2016/7/layout/LinearBlockProcessNumbered"/>
    <dgm:cxn modelId="{E2D25A98-C7B1-4ACC-A250-10A86310EEAF}" type="presParOf" srcId="{C6920E5C-65B9-4FD0-913D-9738069E12EC}" destId="{2AA6A04D-5E67-4AD1-9E9C-552589856C32}" srcOrd="2" destOrd="0" presId="urn:microsoft.com/office/officeart/2016/7/layout/LinearBlockProcessNumbered"/>
    <dgm:cxn modelId="{C88AA6DB-6689-4B60-834D-829774988E99}" type="presParOf" srcId="{2AA6A04D-5E67-4AD1-9E9C-552589856C32}" destId="{C5A11B60-8E07-4100-8D1C-44494C640ECA}" srcOrd="0" destOrd="0" presId="urn:microsoft.com/office/officeart/2016/7/layout/LinearBlockProcessNumbered"/>
    <dgm:cxn modelId="{7B8D8D3D-0CBC-4EF5-B3AB-3A4EB5186D0E}" type="presParOf" srcId="{2AA6A04D-5E67-4AD1-9E9C-552589856C32}" destId="{226419CB-6D40-4ED1-ACAA-6667CC574CE8}" srcOrd="1" destOrd="0" presId="urn:microsoft.com/office/officeart/2016/7/layout/LinearBlockProcessNumbered"/>
    <dgm:cxn modelId="{E7A03B8D-DC0D-4ACE-9A55-BC912979B46F}" type="presParOf" srcId="{2AA6A04D-5E67-4AD1-9E9C-552589856C32}" destId="{8AC6CD1B-4125-4DFB-93AE-60932506E216}" srcOrd="2" destOrd="0" presId="urn:microsoft.com/office/officeart/2016/7/layout/LinearBlockProcessNumbered"/>
    <dgm:cxn modelId="{1241346A-9926-480D-B044-F7048C40A995}" type="presParOf" srcId="{C6920E5C-65B9-4FD0-913D-9738069E12EC}" destId="{62154CDD-E8C1-46FE-9AC8-F1ED5CDFC961}" srcOrd="3" destOrd="0" presId="urn:microsoft.com/office/officeart/2016/7/layout/LinearBlockProcessNumbered"/>
    <dgm:cxn modelId="{FA1ABAF9-3EF7-4C58-8496-CCB33ADED01D}" type="presParOf" srcId="{C6920E5C-65B9-4FD0-913D-9738069E12EC}" destId="{4D91FEB5-5E5D-4D78-956C-17EBF3281F22}" srcOrd="4" destOrd="0" presId="urn:microsoft.com/office/officeart/2016/7/layout/LinearBlockProcessNumbered"/>
    <dgm:cxn modelId="{92317509-6FAE-452F-B35C-39CF2563F03A}" type="presParOf" srcId="{4D91FEB5-5E5D-4D78-956C-17EBF3281F22}" destId="{CCC8EC3A-BCEA-47C4-9B48-6B54D49254E3}" srcOrd="0" destOrd="0" presId="urn:microsoft.com/office/officeart/2016/7/layout/LinearBlockProcessNumbered"/>
    <dgm:cxn modelId="{00997D5C-E008-455F-A497-94172AD71BCE}" type="presParOf" srcId="{4D91FEB5-5E5D-4D78-956C-17EBF3281F22}" destId="{298DBACD-B328-4094-9910-A5D1BB45A1C4}" srcOrd="1" destOrd="0" presId="urn:microsoft.com/office/officeart/2016/7/layout/LinearBlockProcessNumbered"/>
    <dgm:cxn modelId="{8B0438C3-51E0-4DE0-83D9-4A14F76A60F6}" type="presParOf" srcId="{4D91FEB5-5E5D-4D78-956C-17EBF3281F22}" destId="{CA2166F6-E457-404E-AF6D-0A2CB568727F}" srcOrd="2" destOrd="0" presId="urn:microsoft.com/office/officeart/2016/7/layout/LinearBlockProcessNumbered"/>
    <dgm:cxn modelId="{A0AB6B49-899F-40ED-A0D9-CFB2DFE6B8C8}" type="presParOf" srcId="{C6920E5C-65B9-4FD0-913D-9738069E12EC}" destId="{73644E74-D364-4325-BEF7-0E18A7A89EBE}" srcOrd="5" destOrd="0" presId="urn:microsoft.com/office/officeart/2016/7/layout/LinearBlockProcessNumbered"/>
    <dgm:cxn modelId="{CAACDD98-FE27-4865-A24E-98D5F48635D8}" type="presParOf" srcId="{C6920E5C-65B9-4FD0-913D-9738069E12EC}" destId="{C0EB025E-6B23-4AD5-AF61-A37F5622A702}" srcOrd="6" destOrd="0" presId="urn:microsoft.com/office/officeart/2016/7/layout/LinearBlockProcessNumbered"/>
    <dgm:cxn modelId="{A0EEF2E0-7F38-4555-A733-96CD7562FE24}" type="presParOf" srcId="{C0EB025E-6B23-4AD5-AF61-A37F5622A702}" destId="{646590AA-8FB8-4393-92AA-71540FA8EB2D}" srcOrd="0" destOrd="0" presId="urn:microsoft.com/office/officeart/2016/7/layout/LinearBlockProcessNumbered"/>
    <dgm:cxn modelId="{13047CED-EA3E-40FD-9DCA-2CFCEEA1FB29}" type="presParOf" srcId="{C0EB025E-6B23-4AD5-AF61-A37F5622A702}" destId="{B25133CC-C03E-4298-A0AF-C0CB9D7EAD89}" srcOrd="1" destOrd="0" presId="urn:microsoft.com/office/officeart/2016/7/layout/LinearBlockProcessNumbered"/>
    <dgm:cxn modelId="{DEBE0B4D-75BB-4FBE-B057-22BFB52B417B}" type="presParOf" srcId="{C0EB025E-6B23-4AD5-AF61-A37F5622A702}" destId="{1F603F1B-6BAE-47C9-9716-780415E9F5FF}" srcOrd="2" destOrd="0" presId="urn:microsoft.com/office/officeart/2016/7/layout/LinearBlockProcessNumbered"/>
    <dgm:cxn modelId="{BC0B9CC9-42F8-409A-AA27-8610C71A34A8}" type="presParOf" srcId="{C6920E5C-65B9-4FD0-913D-9738069E12EC}" destId="{3A82A488-2750-4C95-9E84-FA40AE11FF2A}" srcOrd="7" destOrd="0" presId="urn:microsoft.com/office/officeart/2016/7/layout/LinearBlockProcessNumbered"/>
    <dgm:cxn modelId="{67436E1E-5A18-4E64-A9E9-037A1390F27B}" type="presParOf" srcId="{C6920E5C-65B9-4FD0-913D-9738069E12EC}" destId="{51CA70A1-3BF8-48B2-8CBF-6F0DF691A5AE}" srcOrd="8" destOrd="0" presId="urn:microsoft.com/office/officeart/2016/7/layout/LinearBlockProcessNumbered"/>
    <dgm:cxn modelId="{7BC3C932-9F05-4C10-9728-F68388F42832}" type="presParOf" srcId="{51CA70A1-3BF8-48B2-8CBF-6F0DF691A5AE}" destId="{EF976054-984F-4C60-B358-BC8A90DFE178}" srcOrd="0" destOrd="0" presId="urn:microsoft.com/office/officeart/2016/7/layout/LinearBlockProcessNumbered"/>
    <dgm:cxn modelId="{40EDD735-4A4A-442F-A6A8-83A1FAA52AF9}" type="presParOf" srcId="{51CA70A1-3BF8-48B2-8CBF-6F0DF691A5AE}" destId="{F1C3D6FE-2859-42C8-B36E-19028D28783E}" srcOrd="1" destOrd="0" presId="urn:microsoft.com/office/officeart/2016/7/layout/LinearBlockProcessNumbered"/>
    <dgm:cxn modelId="{DE5D19D2-6A44-480D-9629-B1559D8EF4A9}" type="presParOf" srcId="{51CA70A1-3BF8-48B2-8CBF-6F0DF691A5AE}" destId="{D77EB134-B917-4D27-BE48-4F762DF29B8A}" srcOrd="2" destOrd="0" presId="urn:microsoft.com/office/officeart/2016/7/layout/LinearBlockProcessNumbered"/>
    <dgm:cxn modelId="{29FB3FFB-E1FA-4C68-A311-FCA6E90557EB}" type="presParOf" srcId="{C6920E5C-65B9-4FD0-913D-9738069E12EC}" destId="{4B7B970A-A8E4-4F81-8A6A-77B909300677}" srcOrd="9" destOrd="0" presId="urn:microsoft.com/office/officeart/2016/7/layout/LinearBlockProcessNumbered"/>
    <dgm:cxn modelId="{439AD419-DDBC-41E9-9237-3381E906FEA3}" type="presParOf" srcId="{C6920E5C-65B9-4FD0-913D-9738069E12EC}" destId="{BFA07E13-83B3-4A36-93CD-3EDF54140E3D}" srcOrd="10" destOrd="0" presId="urn:microsoft.com/office/officeart/2016/7/layout/LinearBlockProcessNumbered"/>
    <dgm:cxn modelId="{5C15993D-C745-45F8-8FD6-7C7B2824172D}" type="presParOf" srcId="{BFA07E13-83B3-4A36-93CD-3EDF54140E3D}" destId="{C3B375CA-FAA4-48CB-8324-3FADF188E8C4}" srcOrd="0" destOrd="0" presId="urn:microsoft.com/office/officeart/2016/7/layout/LinearBlockProcessNumbered"/>
    <dgm:cxn modelId="{BAF0494F-5968-4C0E-B069-48FA06517E52}" type="presParOf" srcId="{BFA07E13-83B3-4A36-93CD-3EDF54140E3D}" destId="{89386A0A-929D-4CFD-8C95-BACB61D280CA}" srcOrd="1" destOrd="0" presId="urn:microsoft.com/office/officeart/2016/7/layout/LinearBlockProcessNumbered"/>
    <dgm:cxn modelId="{EACEBDD5-A1F6-4969-BC36-6CE2359FBCE7}" type="presParOf" srcId="{BFA07E13-83B3-4A36-93CD-3EDF54140E3D}" destId="{D051C176-3BAE-4D07-AC99-B31CCEDEE5F4}" srcOrd="2" destOrd="0" presId="urn:microsoft.com/office/officeart/2016/7/layout/LinearBlock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BD0CF55-F78F-4CFB-8D62-488B899E3013}" type="doc">
      <dgm:prSet loTypeId="urn:microsoft.com/office/officeart/2005/8/layout/vList3" loCatId="list" qsTypeId="urn:microsoft.com/office/officeart/2005/8/quickstyle/simple1" qsCatId="simple" csTypeId="urn:microsoft.com/office/officeart/2005/8/colors/colorful2" csCatId="colorful" phldr="1"/>
      <dgm:spPr/>
      <dgm:t>
        <a:bodyPr/>
        <a:lstStyle/>
        <a:p>
          <a:endParaRPr lang="en-IN"/>
        </a:p>
      </dgm:t>
    </dgm:pt>
    <dgm:pt modelId="{3C638CEB-F5F0-4CA3-8123-981DFA115335}">
      <dgm:prSet phldrT="[Text]" phldr="0"/>
      <dgm:spPr/>
      <dgm:t>
        <a:bodyPr/>
        <a:lstStyle/>
        <a:p>
          <a:r>
            <a:rPr lang="en-US" dirty="0">
              <a:latin typeface="Times New Roman" panose="02020603050405020304" pitchFamily="18" charset="0"/>
              <a:cs typeface="Times New Roman" panose="02020603050405020304" pitchFamily="18" charset="0"/>
            </a:rPr>
            <a:t>TRELLO</a:t>
          </a:r>
          <a:endParaRPr lang="en-IN" dirty="0">
            <a:latin typeface="Times New Roman" panose="02020603050405020304" pitchFamily="18" charset="0"/>
            <a:cs typeface="Times New Roman" panose="02020603050405020304" pitchFamily="18" charset="0"/>
          </a:endParaRPr>
        </a:p>
      </dgm:t>
    </dgm:pt>
    <dgm:pt modelId="{AFAC796F-2E0C-4A9C-A6ED-B7FB972D1B29}" type="parTrans" cxnId="{01FAD8C4-D511-4205-88D7-5A3713ED61F5}">
      <dgm:prSet/>
      <dgm:spPr/>
      <dgm:t>
        <a:bodyPr/>
        <a:lstStyle/>
        <a:p>
          <a:endParaRPr lang="en-IN"/>
        </a:p>
      </dgm:t>
    </dgm:pt>
    <dgm:pt modelId="{BE191430-0004-4A17-8386-BB3D7DF31898}" type="sibTrans" cxnId="{01FAD8C4-D511-4205-88D7-5A3713ED61F5}">
      <dgm:prSet/>
      <dgm:spPr/>
      <dgm:t>
        <a:bodyPr/>
        <a:lstStyle/>
        <a:p>
          <a:endParaRPr lang="en-IN"/>
        </a:p>
      </dgm:t>
    </dgm:pt>
    <dgm:pt modelId="{09A8E23B-65F8-4B79-8C0F-53C5DF740F8A}">
      <dgm:prSet phldrT="[Text]" phldr="0"/>
      <dgm:spPr/>
      <dgm:t>
        <a:bodyPr/>
        <a:lstStyle/>
        <a:p>
          <a:r>
            <a:rPr lang="en-US" dirty="0">
              <a:latin typeface="Times New Roman" panose="02020603050405020304" pitchFamily="18" charset="0"/>
              <a:cs typeface="Times New Roman" panose="02020603050405020304" pitchFamily="18" charset="0"/>
            </a:rPr>
            <a:t>AZURE BOARDS</a:t>
          </a:r>
          <a:endParaRPr lang="en-IN" dirty="0">
            <a:latin typeface="Times New Roman" panose="02020603050405020304" pitchFamily="18" charset="0"/>
            <a:cs typeface="Times New Roman" panose="02020603050405020304" pitchFamily="18" charset="0"/>
          </a:endParaRPr>
        </a:p>
      </dgm:t>
    </dgm:pt>
    <dgm:pt modelId="{3B860607-F324-4BEB-B22F-C4E6944AB2CE}" type="parTrans" cxnId="{B0E665A7-E841-438C-89CA-3DB7E125ED1A}">
      <dgm:prSet/>
      <dgm:spPr/>
      <dgm:t>
        <a:bodyPr/>
        <a:lstStyle/>
        <a:p>
          <a:endParaRPr lang="en-IN"/>
        </a:p>
      </dgm:t>
    </dgm:pt>
    <dgm:pt modelId="{14F53F40-4DB6-4C6C-B018-4CCF227BF010}" type="sibTrans" cxnId="{B0E665A7-E841-438C-89CA-3DB7E125ED1A}">
      <dgm:prSet/>
      <dgm:spPr/>
      <dgm:t>
        <a:bodyPr/>
        <a:lstStyle/>
        <a:p>
          <a:endParaRPr lang="en-IN"/>
        </a:p>
      </dgm:t>
    </dgm:pt>
    <dgm:pt modelId="{AC2106E4-97BD-4C8F-83A7-694571C52818}">
      <dgm:prSet phldrT="[Text]" phldr="0"/>
      <dgm:spPr/>
      <dgm:t>
        <a:bodyPr/>
        <a:lstStyle/>
        <a:p>
          <a:r>
            <a:rPr lang="en-US" dirty="0">
              <a:latin typeface="Times New Roman" panose="02020603050405020304" pitchFamily="18" charset="0"/>
              <a:cs typeface="Times New Roman" panose="02020603050405020304" pitchFamily="18" charset="0"/>
            </a:rPr>
            <a:t>JIRA</a:t>
          </a:r>
          <a:endParaRPr lang="en-IN" dirty="0">
            <a:latin typeface="Times New Roman" panose="02020603050405020304" pitchFamily="18" charset="0"/>
            <a:cs typeface="Times New Roman" panose="02020603050405020304" pitchFamily="18" charset="0"/>
          </a:endParaRPr>
        </a:p>
      </dgm:t>
    </dgm:pt>
    <dgm:pt modelId="{DC707974-42FF-45AC-A723-BD20C7879004}" type="sibTrans" cxnId="{FDCB1A2D-3260-42B3-8429-017EA1A6A3A4}">
      <dgm:prSet/>
      <dgm:spPr/>
      <dgm:t>
        <a:bodyPr/>
        <a:lstStyle/>
        <a:p>
          <a:endParaRPr lang="en-IN"/>
        </a:p>
      </dgm:t>
    </dgm:pt>
    <dgm:pt modelId="{82B674DD-4B4B-44E0-B905-5A59C613110E}" type="parTrans" cxnId="{FDCB1A2D-3260-42B3-8429-017EA1A6A3A4}">
      <dgm:prSet/>
      <dgm:spPr/>
      <dgm:t>
        <a:bodyPr/>
        <a:lstStyle/>
        <a:p>
          <a:endParaRPr lang="en-IN"/>
        </a:p>
      </dgm:t>
    </dgm:pt>
    <dgm:pt modelId="{2AB27638-F7F6-4463-91D3-957B8FDE3BC4}" type="pres">
      <dgm:prSet presAssocID="{BBD0CF55-F78F-4CFB-8D62-488B899E3013}" presName="linearFlow" presStyleCnt="0">
        <dgm:presLayoutVars>
          <dgm:dir/>
          <dgm:resizeHandles val="exact"/>
        </dgm:presLayoutVars>
      </dgm:prSet>
      <dgm:spPr/>
    </dgm:pt>
    <dgm:pt modelId="{478B0F4A-FD08-48A5-85EB-BA00D00565A7}" type="pres">
      <dgm:prSet presAssocID="{AC2106E4-97BD-4C8F-83A7-694571C52818}" presName="composite" presStyleCnt="0"/>
      <dgm:spPr/>
    </dgm:pt>
    <dgm:pt modelId="{EDBCC120-2B81-4AE3-80F6-0B9B6D0C9F55}" type="pres">
      <dgm:prSet presAssocID="{AC2106E4-97BD-4C8F-83A7-694571C52818}" presName="imgShp" presStyleLbl="fgImgPlace1" presStyleIdx="0" presStyleCnt="3"/>
      <dgm:spPr>
        <a:blipFill dpi="0" rotWithShape="1">
          <a:blip xmlns:r="http://schemas.openxmlformats.org/officeDocument/2006/relationships" r:embed="rId1"/>
          <a:srcRect/>
          <a:stretch>
            <a:fillRect l="1" t="1" r="1852" b="1852"/>
          </a:stretch>
        </a:blipFill>
      </dgm:spPr>
    </dgm:pt>
    <dgm:pt modelId="{D1BE42EA-B0BE-41DD-B6DB-3A6F1035B2DC}" type="pres">
      <dgm:prSet presAssocID="{AC2106E4-97BD-4C8F-83A7-694571C52818}" presName="txShp" presStyleLbl="node1" presStyleIdx="0" presStyleCnt="3">
        <dgm:presLayoutVars>
          <dgm:bulletEnabled val="1"/>
        </dgm:presLayoutVars>
      </dgm:prSet>
      <dgm:spPr/>
    </dgm:pt>
    <dgm:pt modelId="{8A391A0F-1758-4277-A434-35A6F682C078}" type="pres">
      <dgm:prSet presAssocID="{DC707974-42FF-45AC-A723-BD20C7879004}" presName="spacing" presStyleCnt="0"/>
      <dgm:spPr/>
    </dgm:pt>
    <dgm:pt modelId="{D67FA295-2FCA-477F-832D-D19BF9BDAD01}" type="pres">
      <dgm:prSet presAssocID="{3C638CEB-F5F0-4CA3-8123-981DFA115335}" presName="composite" presStyleCnt="0"/>
      <dgm:spPr/>
    </dgm:pt>
    <dgm:pt modelId="{AFEA6446-2F5F-4E6C-B688-181DBAF70136}" type="pres">
      <dgm:prSet presAssocID="{3C638CEB-F5F0-4CA3-8123-981DFA115335}" presName="imgShp" presStyleLbl="fgImgPlace1" presStyleIdx="1" presStyleCnt="3"/>
      <dgm:spPr>
        <a:blipFill dpi="0" rotWithShape="1">
          <a:blip xmlns:r="http://schemas.openxmlformats.org/officeDocument/2006/relationships" r:embed="rId2"/>
          <a:srcRect/>
          <a:stretch>
            <a:fillRect l="-80944" t="-49402" r="-79911" b="-45268"/>
          </a:stretch>
        </a:blipFill>
      </dgm:spPr>
    </dgm:pt>
    <dgm:pt modelId="{45591774-CD06-4245-A196-9853A59AC3B9}" type="pres">
      <dgm:prSet presAssocID="{3C638CEB-F5F0-4CA3-8123-981DFA115335}" presName="txShp" presStyleLbl="node1" presStyleIdx="1" presStyleCnt="3">
        <dgm:presLayoutVars>
          <dgm:bulletEnabled val="1"/>
        </dgm:presLayoutVars>
      </dgm:prSet>
      <dgm:spPr/>
    </dgm:pt>
    <dgm:pt modelId="{23103723-876E-4EEB-B673-CE3C6F46B74F}" type="pres">
      <dgm:prSet presAssocID="{BE191430-0004-4A17-8386-BB3D7DF31898}" presName="spacing" presStyleCnt="0"/>
      <dgm:spPr/>
    </dgm:pt>
    <dgm:pt modelId="{C844C57D-B5A8-47CC-B54B-16DE0D6912D7}" type="pres">
      <dgm:prSet presAssocID="{09A8E23B-65F8-4B79-8C0F-53C5DF740F8A}" presName="composite" presStyleCnt="0"/>
      <dgm:spPr/>
    </dgm:pt>
    <dgm:pt modelId="{05610CC2-358D-4239-962D-BDB4DF48F035}" type="pres">
      <dgm:prSet presAssocID="{09A8E23B-65F8-4B79-8C0F-53C5DF740F8A}" presName="imgShp" presStyleLbl="fgImgPlace1" presStyleIdx="2" presStyleCnt="3"/>
      <dgm:spPr>
        <a:blipFill dpi="0" rotWithShape="1">
          <a:blip xmlns:r="http://schemas.openxmlformats.org/officeDocument/2006/relationships" r:embed="rId3"/>
          <a:srcRect/>
          <a:stretch>
            <a:fillRect l="-8907" t="9810" r="-33555" b="-28528"/>
          </a:stretch>
        </a:blipFill>
      </dgm:spPr>
    </dgm:pt>
    <dgm:pt modelId="{6F05D3A9-1659-4CE2-AD48-D09F42F14038}" type="pres">
      <dgm:prSet presAssocID="{09A8E23B-65F8-4B79-8C0F-53C5DF740F8A}" presName="txShp" presStyleLbl="node1" presStyleIdx="2" presStyleCnt="3">
        <dgm:presLayoutVars>
          <dgm:bulletEnabled val="1"/>
        </dgm:presLayoutVars>
      </dgm:prSet>
      <dgm:spPr/>
    </dgm:pt>
  </dgm:ptLst>
  <dgm:cxnLst>
    <dgm:cxn modelId="{F844CB29-E5B1-4D07-A0F3-37FD139CD5F0}" type="presOf" srcId="{AC2106E4-97BD-4C8F-83A7-694571C52818}" destId="{D1BE42EA-B0BE-41DD-B6DB-3A6F1035B2DC}" srcOrd="0" destOrd="0" presId="urn:microsoft.com/office/officeart/2005/8/layout/vList3"/>
    <dgm:cxn modelId="{FDCB1A2D-3260-42B3-8429-017EA1A6A3A4}" srcId="{BBD0CF55-F78F-4CFB-8D62-488B899E3013}" destId="{AC2106E4-97BD-4C8F-83A7-694571C52818}" srcOrd="0" destOrd="0" parTransId="{82B674DD-4B4B-44E0-B905-5A59C613110E}" sibTransId="{DC707974-42FF-45AC-A723-BD20C7879004}"/>
    <dgm:cxn modelId="{525E9E63-7C7D-4C51-9653-DA7176BD2B10}" type="presOf" srcId="{09A8E23B-65F8-4B79-8C0F-53C5DF740F8A}" destId="{6F05D3A9-1659-4CE2-AD48-D09F42F14038}" srcOrd="0" destOrd="0" presId="urn:microsoft.com/office/officeart/2005/8/layout/vList3"/>
    <dgm:cxn modelId="{7E863175-C71D-42FF-839F-B26348E2C628}" type="presOf" srcId="{BBD0CF55-F78F-4CFB-8D62-488B899E3013}" destId="{2AB27638-F7F6-4463-91D3-957B8FDE3BC4}" srcOrd="0" destOrd="0" presId="urn:microsoft.com/office/officeart/2005/8/layout/vList3"/>
    <dgm:cxn modelId="{B0E665A7-E841-438C-89CA-3DB7E125ED1A}" srcId="{BBD0CF55-F78F-4CFB-8D62-488B899E3013}" destId="{09A8E23B-65F8-4B79-8C0F-53C5DF740F8A}" srcOrd="2" destOrd="0" parTransId="{3B860607-F324-4BEB-B22F-C4E6944AB2CE}" sibTransId="{14F53F40-4DB6-4C6C-B018-4CCF227BF010}"/>
    <dgm:cxn modelId="{01FAD8C4-D511-4205-88D7-5A3713ED61F5}" srcId="{BBD0CF55-F78F-4CFB-8D62-488B899E3013}" destId="{3C638CEB-F5F0-4CA3-8123-981DFA115335}" srcOrd="1" destOrd="0" parTransId="{AFAC796F-2E0C-4A9C-A6ED-B7FB972D1B29}" sibTransId="{BE191430-0004-4A17-8386-BB3D7DF31898}"/>
    <dgm:cxn modelId="{BF766AE6-83B0-4F1A-9B66-1E83F1F928EA}" type="presOf" srcId="{3C638CEB-F5F0-4CA3-8123-981DFA115335}" destId="{45591774-CD06-4245-A196-9853A59AC3B9}" srcOrd="0" destOrd="0" presId="urn:microsoft.com/office/officeart/2005/8/layout/vList3"/>
    <dgm:cxn modelId="{43B0F337-11E9-459D-9ECB-8DE227D16489}" type="presParOf" srcId="{2AB27638-F7F6-4463-91D3-957B8FDE3BC4}" destId="{478B0F4A-FD08-48A5-85EB-BA00D00565A7}" srcOrd="0" destOrd="0" presId="urn:microsoft.com/office/officeart/2005/8/layout/vList3"/>
    <dgm:cxn modelId="{453B7420-16B5-476A-A3D8-68467F046074}" type="presParOf" srcId="{478B0F4A-FD08-48A5-85EB-BA00D00565A7}" destId="{EDBCC120-2B81-4AE3-80F6-0B9B6D0C9F55}" srcOrd="0" destOrd="0" presId="urn:microsoft.com/office/officeart/2005/8/layout/vList3"/>
    <dgm:cxn modelId="{5EDD6139-0A86-4E09-AB73-4A3538A159E8}" type="presParOf" srcId="{478B0F4A-FD08-48A5-85EB-BA00D00565A7}" destId="{D1BE42EA-B0BE-41DD-B6DB-3A6F1035B2DC}" srcOrd="1" destOrd="0" presId="urn:microsoft.com/office/officeart/2005/8/layout/vList3"/>
    <dgm:cxn modelId="{3F75CCCC-DDC7-4CC4-A3CD-C5FAB445D7C7}" type="presParOf" srcId="{2AB27638-F7F6-4463-91D3-957B8FDE3BC4}" destId="{8A391A0F-1758-4277-A434-35A6F682C078}" srcOrd="1" destOrd="0" presId="urn:microsoft.com/office/officeart/2005/8/layout/vList3"/>
    <dgm:cxn modelId="{417B8EFA-9F21-45BC-82D6-491ADEB92448}" type="presParOf" srcId="{2AB27638-F7F6-4463-91D3-957B8FDE3BC4}" destId="{D67FA295-2FCA-477F-832D-D19BF9BDAD01}" srcOrd="2" destOrd="0" presId="urn:microsoft.com/office/officeart/2005/8/layout/vList3"/>
    <dgm:cxn modelId="{7CF14198-E7DF-4434-B47E-67ABD3009867}" type="presParOf" srcId="{D67FA295-2FCA-477F-832D-D19BF9BDAD01}" destId="{AFEA6446-2F5F-4E6C-B688-181DBAF70136}" srcOrd="0" destOrd="0" presId="urn:microsoft.com/office/officeart/2005/8/layout/vList3"/>
    <dgm:cxn modelId="{E6D91268-E5B3-4566-A874-B67EBD4DCE27}" type="presParOf" srcId="{D67FA295-2FCA-477F-832D-D19BF9BDAD01}" destId="{45591774-CD06-4245-A196-9853A59AC3B9}" srcOrd="1" destOrd="0" presId="urn:microsoft.com/office/officeart/2005/8/layout/vList3"/>
    <dgm:cxn modelId="{8C35408A-592C-4C50-B949-22D82D374CDB}" type="presParOf" srcId="{2AB27638-F7F6-4463-91D3-957B8FDE3BC4}" destId="{23103723-876E-4EEB-B673-CE3C6F46B74F}" srcOrd="3" destOrd="0" presId="urn:microsoft.com/office/officeart/2005/8/layout/vList3"/>
    <dgm:cxn modelId="{E97AFB1E-76BD-470D-9E3A-F700AAF82D1D}" type="presParOf" srcId="{2AB27638-F7F6-4463-91D3-957B8FDE3BC4}" destId="{C844C57D-B5A8-47CC-B54B-16DE0D6912D7}" srcOrd="4" destOrd="0" presId="urn:microsoft.com/office/officeart/2005/8/layout/vList3"/>
    <dgm:cxn modelId="{C089E612-2329-4DA7-89F1-BC02E88DEFF2}" type="presParOf" srcId="{C844C57D-B5A8-47CC-B54B-16DE0D6912D7}" destId="{05610CC2-358D-4239-962D-BDB4DF48F035}" srcOrd="0" destOrd="0" presId="urn:microsoft.com/office/officeart/2005/8/layout/vList3"/>
    <dgm:cxn modelId="{09C69B53-383B-4F4F-9DB9-C1A25EA7B3D8}" type="presParOf" srcId="{C844C57D-B5A8-47CC-B54B-16DE0D6912D7}" destId="{6F05D3A9-1659-4CE2-AD48-D09F42F14038}"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BD0CF55-F78F-4CFB-8D62-488B899E3013}" type="doc">
      <dgm:prSet loTypeId="urn:microsoft.com/office/officeart/2005/8/layout/vList3" loCatId="list" qsTypeId="urn:microsoft.com/office/officeart/2005/8/quickstyle/simple1" qsCatId="simple" csTypeId="urn:microsoft.com/office/officeart/2005/8/colors/colorful2" csCatId="colorful" phldr="1"/>
      <dgm:spPr/>
      <dgm:t>
        <a:bodyPr/>
        <a:lstStyle/>
        <a:p>
          <a:endParaRPr lang="en-IN"/>
        </a:p>
      </dgm:t>
    </dgm:pt>
    <dgm:pt modelId="{3C638CEB-F5F0-4CA3-8123-981DFA115335}">
      <dgm:prSet phldrT="[Text]" phldr="0"/>
      <dgm:spPr/>
      <dgm:t>
        <a:bodyPr/>
        <a:lstStyle/>
        <a:p>
          <a:r>
            <a:rPr lang="en-US" dirty="0">
              <a:latin typeface="Times New Roman" panose="02020603050405020304" pitchFamily="18" charset="0"/>
              <a:cs typeface="Times New Roman" panose="02020603050405020304" pitchFamily="18" charset="0"/>
            </a:rPr>
            <a:t>TRELLO</a:t>
          </a:r>
          <a:endParaRPr lang="en-IN" dirty="0">
            <a:latin typeface="Times New Roman" panose="02020603050405020304" pitchFamily="18" charset="0"/>
            <a:cs typeface="Times New Roman" panose="02020603050405020304" pitchFamily="18" charset="0"/>
          </a:endParaRPr>
        </a:p>
      </dgm:t>
    </dgm:pt>
    <dgm:pt modelId="{AFAC796F-2E0C-4A9C-A6ED-B7FB972D1B29}" type="parTrans" cxnId="{01FAD8C4-D511-4205-88D7-5A3713ED61F5}">
      <dgm:prSet/>
      <dgm:spPr/>
      <dgm:t>
        <a:bodyPr/>
        <a:lstStyle/>
        <a:p>
          <a:endParaRPr lang="en-IN"/>
        </a:p>
      </dgm:t>
    </dgm:pt>
    <dgm:pt modelId="{BE191430-0004-4A17-8386-BB3D7DF31898}" type="sibTrans" cxnId="{01FAD8C4-D511-4205-88D7-5A3713ED61F5}">
      <dgm:prSet/>
      <dgm:spPr/>
      <dgm:t>
        <a:bodyPr/>
        <a:lstStyle/>
        <a:p>
          <a:endParaRPr lang="en-IN"/>
        </a:p>
      </dgm:t>
    </dgm:pt>
    <dgm:pt modelId="{2AB27638-F7F6-4463-91D3-957B8FDE3BC4}" type="pres">
      <dgm:prSet presAssocID="{BBD0CF55-F78F-4CFB-8D62-488B899E3013}" presName="linearFlow" presStyleCnt="0">
        <dgm:presLayoutVars>
          <dgm:dir/>
          <dgm:resizeHandles val="exact"/>
        </dgm:presLayoutVars>
      </dgm:prSet>
      <dgm:spPr/>
    </dgm:pt>
    <dgm:pt modelId="{D67FA295-2FCA-477F-832D-D19BF9BDAD01}" type="pres">
      <dgm:prSet presAssocID="{3C638CEB-F5F0-4CA3-8123-981DFA115335}" presName="composite" presStyleCnt="0"/>
      <dgm:spPr/>
    </dgm:pt>
    <dgm:pt modelId="{AFEA6446-2F5F-4E6C-B688-181DBAF70136}" type="pres">
      <dgm:prSet presAssocID="{3C638CEB-F5F0-4CA3-8123-981DFA115335}" presName="imgShp" presStyleLbl="fgImgPlace1" presStyleIdx="0" presStyleCnt="1" custLinFactNeighborX="25703" custLinFactNeighborY="5608"/>
      <dgm:spPr>
        <a:blipFill dpi="0" rotWithShape="1">
          <a:blip xmlns:r="http://schemas.openxmlformats.org/officeDocument/2006/relationships" r:embed="rId1"/>
          <a:srcRect/>
          <a:stretch>
            <a:fillRect l="-80944" t="-49402" r="-79911" b="-45268"/>
          </a:stretch>
        </a:blipFill>
      </dgm:spPr>
    </dgm:pt>
    <dgm:pt modelId="{45591774-CD06-4245-A196-9853A59AC3B9}" type="pres">
      <dgm:prSet presAssocID="{3C638CEB-F5F0-4CA3-8123-981DFA115335}" presName="txShp" presStyleLbl="node1" presStyleIdx="0" presStyleCnt="1" custLinFactNeighborX="6611" custLinFactNeighborY="1852">
        <dgm:presLayoutVars>
          <dgm:bulletEnabled val="1"/>
        </dgm:presLayoutVars>
      </dgm:prSet>
      <dgm:spPr/>
    </dgm:pt>
  </dgm:ptLst>
  <dgm:cxnLst>
    <dgm:cxn modelId="{7E863175-C71D-42FF-839F-B26348E2C628}" type="presOf" srcId="{BBD0CF55-F78F-4CFB-8D62-488B899E3013}" destId="{2AB27638-F7F6-4463-91D3-957B8FDE3BC4}" srcOrd="0" destOrd="0" presId="urn:microsoft.com/office/officeart/2005/8/layout/vList3"/>
    <dgm:cxn modelId="{01FAD8C4-D511-4205-88D7-5A3713ED61F5}" srcId="{BBD0CF55-F78F-4CFB-8D62-488B899E3013}" destId="{3C638CEB-F5F0-4CA3-8123-981DFA115335}" srcOrd="0" destOrd="0" parTransId="{AFAC796F-2E0C-4A9C-A6ED-B7FB972D1B29}" sibTransId="{BE191430-0004-4A17-8386-BB3D7DF31898}"/>
    <dgm:cxn modelId="{BF766AE6-83B0-4F1A-9B66-1E83F1F928EA}" type="presOf" srcId="{3C638CEB-F5F0-4CA3-8123-981DFA115335}" destId="{45591774-CD06-4245-A196-9853A59AC3B9}" srcOrd="0" destOrd="0" presId="urn:microsoft.com/office/officeart/2005/8/layout/vList3"/>
    <dgm:cxn modelId="{417B8EFA-9F21-45BC-82D6-491ADEB92448}" type="presParOf" srcId="{2AB27638-F7F6-4463-91D3-957B8FDE3BC4}" destId="{D67FA295-2FCA-477F-832D-D19BF9BDAD01}" srcOrd="0" destOrd="0" presId="urn:microsoft.com/office/officeart/2005/8/layout/vList3"/>
    <dgm:cxn modelId="{7CF14198-E7DF-4434-B47E-67ABD3009867}" type="presParOf" srcId="{D67FA295-2FCA-477F-832D-D19BF9BDAD01}" destId="{AFEA6446-2F5F-4E6C-B688-181DBAF70136}" srcOrd="0" destOrd="0" presId="urn:microsoft.com/office/officeart/2005/8/layout/vList3"/>
    <dgm:cxn modelId="{E6D91268-E5B3-4566-A874-B67EBD4DCE27}" type="presParOf" srcId="{D67FA295-2FCA-477F-832D-D19BF9BDAD01}" destId="{45591774-CD06-4245-A196-9853A59AC3B9}"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D5EE1F-25A4-41DC-A3FD-B0BCC96F7253}">
      <dsp:nvSpPr>
        <dsp:cNvPr id="0" name=""/>
        <dsp:cNvSpPr/>
      </dsp:nvSpPr>
      <dsp:spPr>
        <a:xfrm>
          <a:off x="0" y="852487"/>
          <a:ext cx="1690687" cy="2028825"/>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002" tIns="0" rIns="167002" bIns="330200" numCol="1" spcCol="1270" anchor="t" anchorCtr="0">
          <a:noAutofit/>
        </a:bodyPr>
        <a:lstStyle/>
        <a:p>
          <a:pPr marL="0" lvl="0" indent="0" algn="l" defTabSz="800100">
            <a:lnSpc>
              <a:spcPct val="90000"/>
            </a:lnSpc>
            <a:spcBef>
              <a:spcPct val="0"/>
            </a:spcBef>
            <a:spcAft>
              <a:spcPct val="35000"/>
            </a:spcAft>
            <a:buNone/>
            <a:defRPr cap="all"/>
          </a:pPr>
          <a:r>
            <a:rPr lang="en-US" sz="1800" kern="1200" dirty="0">
              <a:latin typeface="Times New Roman" panose="02020603050405020304" pitchFamily="18" charset="0"/>
              <a:cs typeface="Times New Roman" panose="02020603050405020304" pitchFamily="18" charset="0"/>
            </a:rPr>
            <a:t>Requirement Gathering</a:t>
          </a:r>
          <a:endParaRPr lang="en-IN" sz="1800" kern="1200" dirty="0">
            <a:latin typeface="Times New Roman" panose="02020603050405020304" pitchFamily="18" charset="0"/>
            <a:cs typeface="Times New Roman" panose="02020603050405020304" pitchFamily="18" charset="0"/>
          </a:endParaRPr>
        </a:p>
      </dsp:txBody>
      <dsp:txXfrm>
        <a:off x="0" y="1664017"/>
        <a:ext cx="1690687" cy="1217295"/>
      </dsp:txXfrm>
    </dsp:sp>
    <dsp:sp modelId="{0EF2CFDB-C824-4D5D-8584-1B4921D60597}">
      <dsp:nvSpPr>
        <dsp:cNvPr id="0" name=""/>
        <dsp:cNvSpPr/>
      </dsp:nvSpPr>
      <dsp:spPr>
        <a:xfrm>
          <a:off x="0" y="852487"/>
          <a:ext cx="1690687" cy="811530"/>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67002" tIns="165100" rIns="167002" bIns="165100" numCol="1" spcCol="1270" anchor="ctr" anchorCtr="0">
          <a:noAutofit/>
        </a:bodyPr>
        <a:lstStyle/>
        <a:p>
          <a:pPr marL="0" lvl="0" indent="0" algn="l" defTabSz="1600200">
            <a:lnSpc>
              <a:spcPct val="90000"/>
            </a:lnSpc>
            <a:spcBef>
              <a:spcPct val="0"/>
            </a:spcBef>
            <a:spcAft>
              <a:spcPct val="35000"/>
            </a:spcAft>
            <a:buNone/>
          </a:pPr>
          <a:r>
            <a:rPr lang="en-IN" sz="3600" kern="1200">
              <a:latin typeface="Times New Roman" panose="02020603050405020304" pitchFamily="18" charset="0"/>
              <a:cs typeface="Times New Roman" panose="02020603050405020304" pitchFamily="18" charset="0"/>
            </a:rPr>
            <a:t>01</a:t>
          </a:r>
        </a:p>
      </dsp:txBody>
      <dsp:txXfrm>
        <a:off x="0" y="852487"/>
        <a:ext cx="1690687" cy="811530"/>
      </dsp:txXfrm>
    </dsp:sp>
    <dsp:sp modelId="{C5A11B60-8E07-4100-8D1C-44494C640ECA}">
      <dsp:nvSpPr>
        <dsp:cNvPr id="0" name=""/>
        <dsp:cNvSpPr/>
      </dsp:nvSpPr>
      <dsp:spPr>
        <a:xfrm>
          <a:off x="1825942" y="852487"/>
          <a:ext cx="1690687" cy="2028825"/>
        </a:xfrm>
        <a:prstGeom prst="rect">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002" tIns="0" rIns="167002" bIns="330200" numCol="1" spcCol="1270" anchor="t" anchorCtr="0">
          <a:noAutofit/>
        </a:bodyPr>
        <a:lstStyle/>
        <a:p>
          <a:pPr marL="0" lvl="0" indent="0" algn="l" defTabSz="889000">
            <a:lnSpc>
              <a:spcPct val="90000"/>
            </a:lnSpc>
            <a:spcBef>
              <a:spcPct val="0"/>
            </a:spcBef>
            <a:spcAft>
              <a:spcPct val="35000"/>
            </a:spcAft>
            <a:buNone/>
            <a:defRPr cap="all"/>
          </a:pPr>
          <a:r>
            <a:rPr lang="en-US" sz="2000" kern="1200" dirty="0">
              <a:latin typeface="Times New Roman" panose="02020603050405020304" pitchFamily="18" charset="0"/>
              <a:cs typeface="Times New Roman" panose="02020603050405020304" pitchFamily="18" charset="0"/>
            </a:rPr>
            <a:t>Goal Setting</a:t>
          </a:r>
          <a:endParaRPr lang="en-IN" sz="2000" kern="1200" dirty="0">
            <a:latin typeface="Times New Roman" panose="02020603050405020304" pitchFamily="18" charset="0"/>
            <a:cs typeface="Times New Roman" panose="02020603050405020304" pitchFamily="18" charset="0"/>
          </a:endParaRPr>
        </a:p>
      </dsp:txBody>
      <dsp:txXfrm>
        <a:off x="1825942" y="1664017"/>
        <a:ext cx="1690687" cy="1217295"/>
      </dsp:txXfrm>
    </dsp:sp>
    <dsp:sp modelId="{226419CB-6D40-4ED1-ACAA-6667CC574CE8}">
      <dsp:nvSpPr>
        <dsp:cNvPr id="0" name=""/>
        <dsp:cNvSpPr/>
      </dsp:nvSpPr>
      <dsp:spPr>
        <a:xfrm>
          <a:off x="1825942" y="852487"/>
          <a:ext cx="1690687" cy="811530"/>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67002" tIns="165100" rIns="167002" bIns="165100" numCol="1" spcCol="1270" anchor="ctr" anchorCtr="0">
          <a:noAutofit/>
        </a:bodyPr>
        <a:lstStyle/>
        <a:p>
          <a:pPr marL="0" lvl="0" indent="0" algn="l" defTabSz="1600200">
            <a:lnSpc>
              <a:spcPct val="90000"/>
            </a:lnSpc>
            <a:spcBef>
              <a:spcPct val="0"/>
            </a:spcBef>
            <a:spcAft>
              <a:spcPct val="35000"/>
            </a:spcAft>
            <a:buNone/>
          </a:pPr>
          <a:r>
            <a:rPr lang="en-IN" sz="3600" kern="1200">
              <a:latin typeface="Times New Roman" panose="02020603050405020304" pitchFamily="18" charset="0"/>
              <a:cs typeface="Times New Roman" panose="02020603050405020304" pitchFamily="18" charset="0"/>
            </a:rPr>
            <a:t>02</a:t>
          </a:r>
        </a:p>
      </dsp:txBody>
      <dsp:txXfrm>
        <a:off x="1825942" y="852487"/>
        <a:ext cx="1690687" cy="811530"/>
      </dsp:txXfrm>
    </dsp:sp>
    <dsp:sp modelId="{CCC8EC3A-BCEA-47C4-9B48-6B54D49254E3}">
      <dsp:nvSpPr>
        <dsp:cNvPr id="0" name=""/>
        <dsp:cNvSpPr/>
      </dsp:nvSpPr>
      <dsp:spPr>
        <a:xfrm>
          <a:off x="3651885" y="852487"/>
          <a:ext cx="1690687" cy="2028825"/>
        </a:xfrm>
        <a:prstGeom prst="rect">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002" tIns="0" rIns="167002" bIns="330200" numCol="1" spcCol="1270" anchor="t" anchorCtr="0">
          <a:noAutofit/>
        </a:bodyPr>
        <a:lstStyle/>
        <a:p>
          <a:pPr marL="0" lvl="0" indent="0" algn="l" defTabSz="711200">
            <a:lnSpc>
              <a:spcPct val="90000"/>
            </a:lnSpc>
            <a:spcBef>
              <a:spcPct val="0"/>
            </a:spcBef>
            <a:spcAft>
              <a:spcPct val="35000"/>
            </a:spcAft>
            <a:buNone/>
            <a:defRPr cap="all"/>
          </a:pPr>
          <a:r>
            <a:rPr lang="en-US" sz="1600" kern="1200" dirty="0">
              <a:latin typeface="Times New Roman" panose="02020603050405020304" pitchFamily="18" charset="0"/>
              <a:cs typeface="Times New Roman" panose="02020603050405020304" pitchFamily="18" charset="0"/>
            </a:rPr>
            <a:t>Task Assignment</a:t>
          </a:r>
          <a:endParaRPr lang="en-IN" sz="1600" kern="1200" dirty="0">
            <a:latin typeface="Times New Roman" panose="02020603050405020304" pitchFamily="18" charset="0"/>
            <a:cs typeface="Times New Roman" panose="02020603050405020304" pitchFamily="18" charset="0"/>
          </a:endParaRPr>
        </a:p>
      </dsp:txBody>
      <dsp:txXfrm>
        <a:off x="3651885" y="1664017"/>
        <a:ext cx="1690687" cy="1217295"/>
      </dsp:txXfrm>
    </dsp:sp>
    <dsp:sp modelId="{298DBACD-B328-4094-9910-A5D1BB45A1C4}">
      <dsp:nvSpPr>
        <dsp:cNvPr id="0" name=""/>
        <dsp:cNvSpPr/>
      </dsp:nvSpPr>
      <dsp:spPr>
        <a:xfrm>
          <a:off x="3651885" y="852487"/>
          <a:ext cx="1690687" cy="811530"/>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67002" tIns="165100" rIns="167002" bIns="165100" numCol="1" spcCol="1270" anchor="ctr" anchorCtr="0">
          <a:noAutofit/>
        </a:bodyPr>
        <a:lstStyle/>
        <a:p>
          <a:pPr marL="0" lvl="0" indent="0" algn="l" defTabSz="1600200">
            <a:lnSpc>
              <a:spcPct val="90000"/>
            </a:lnSpc>
            <a:spcBef>
              <a:spcPct val="0"/>
            </a:spcBef>
            <a:spcAft>
              <a:spcPct val="35000"/>
            </a:spcAft>
            <a:buNone/>
          </a:pPr>
          <a:r>
            <a:rPr lang="en-IN" sz="3600" kern="1200">
              <a:latin typeface="Times New Roman" panose="02020603050405020304" pitchFamily="18" charset="0"/>
              <a:cs typeface="Times New Roman" panose="02020603050405020304" pitchFamily="18" charset="0"/>
            </a:rPr>
            <a:t>03</a:t>
          </a:r>
        </a:p>
      </dsp:txBody>
      <dsp:txXfrm>
        <a:off x="3651885" y="852487"/>
        <a:ext cx="1690687" cy="811530"/>
      </dsp:txXfrm>
    </dsp:sp>
    <dsp:sp modelId="{646590AA-8FB8-4393-92AA-71540FA8EB2D}">
      <dsp:nvSpPr>
        <dsp:cNvPr id="0" name=""/>
        <dsp:cNvSpPr/>
      </dsp:nvSpPr>
      <dsp:spPr>
        <a:xfrm>
          <a:off x="5477827" y="852487"/>
          <a:ext cx="1690687" cy="2028825"/>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002" tIns="0" rIns="167002" bIns="330200" numCol="1" spcCol="1270" anchor="t" anchorCtr="0">
          <a:noAutofit/>
        </a:bodyPr>
        <a:lstStyle/>
        <a:p>
          <a:pPr marL="0" lvl="0" indent="0" algn="l" defTabSz="889000">
            <a:lnSpc>
              <a:spcPct val="90000"/>
            </a:lnSpc>
            <a:spcBef>
              <a:spcPct val="0"/>
            </a:spcBef>
            <a:spcAft>
              <a:spcPct val="35000"/>
            </a:spcAft>
            <a:buNone/>
            <a:defRPr cap="all"/>
          </a:pPr>
          <a:r>
            <a:rPr lang="en-US" sz="2000" kern="1200" dirty="0">
              <a:latin typeface="Times New Roman" panose="02020603050405020304" pitchFamily="18" charset="0"/>
              <a:cs typeface="Times New Roman" panose="02020603050405020304" pitchFamily="18" charset="0"/>
            </a:rPr>
            <a:t>Timeline Creation</a:t>
          </a:r>
          <a:endParaRPr lang="en-IN" sz="2000" kern="1200" dirty="0">
            <a:latin typeface="Times New Roman" panose="02020603050405020304" pitchFamily="18" charset="0"/>
            <a:cs typeface="Times New Roman" panose="02020603050405020304" pitchFamily="18" charset="0"/>
          </a:endParaRPr>
        </a:p>
      </dsp:txBody>
      <dsp:txXfrm>
        <a:off x="5477827" y="1664017"/>
        <a:ext cx="1690687" cy="1217295"/>
      </dsp:txXfrm>
    </dsp:sp>
    <dsp:sp modelId="{B25133CC-C03E-4298-A0AF-C0CB9D7EAD89}">
      <dsp:nvSpPr>
        <dsp:cNvPr id="0" name=""/>
        <dsp:cNvSpPr/>
      </dsp:nvSpPr>
      <dsp:spPr>
        <a:xfrm>
          <a:off x="5477827" y="852487"/>
          <a:ext cx="1690687" cy="811530"/>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67002" tIns="165100" rIns="167002" bIns="165100" numCol="1" spcCol="1270" anchor="ctr" anchorCtr="0">
          <a:noAutofit/>
        </a:bodyPr>
        <a:lstStyle/>
        <a:p>
          <a:pPr marL="0" lvl="0" indent="0" algn="l" defTabSz="1600200">
            <a:lnSpc>
              <a:spcPct val="90000"/>
            </a:lnSpc>
            <a:spcBef>
              <a:spcPct val="0"/>
            </a:spcBef>
            <a:spcAft>
              <a:spcPct val="35000"/>
            </a:spcAft>
            <a:buNone/>
          </a:pPr>
          <a:r>
            <a:rPr lang="en-IN" sz="3600" kern="1200">
              <a:latin typeface="Times New Roman" panose="02020603050405020304" pitchFamily="18" charset="0"/>
              <a:cs typeface="Times New Roman" panose="02020603050405020304" pitchFamily="18" charset="0"/>
            </a:rPr>
            <a:t>04</a:t>
          </a:r>
        </a:p>
      </dsp:txBody>
      <dsp:txXfrm>
        <a:off x="5477827" y="852487"/>
        <a:ext cx="1690687" cy="811530"/>
      </dsp:txXfrm>
    </dsp:sp>
    <dsp:sp modelId="{EF976054-984F-4C60-B358-BC8A90DFE178}">
      <dsp:nvSpPr>
        <dsp:cNvPr id="0" name=""/>
        <dsp:cNvSpPr/>
      </dsp:nvSpPr>
      <dsp:spPr>
        <a:xfrm>
          <a:off x="7303770" y="852487"/>
          <a:ext cx="1690687" cy="2028825"/>
        </a:xfrm>
        <a:prstGeom prst="rect">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002" tIns="0" rIns="167002" bIns="330200" numCol="1" spcCol="1270" anchor="t" anchorCtr="0">
          <a:noAutofit/>
        </a:bodyPr>
        <a:lstStyle/>
        <a:p>
          <a:pPr marL="0" lvl="0" indent="0" algn="l" defTabSz="800100">
            <a:lnSpc>
              <a:spcPct val="90000"/>
            </a:lnSpc>
            <a:spcBef>
              <a:spcPct val="0"/>
            </a:spcBef>
            <a:spcAft>
              <a:spcPct val="35000"/>
            </a:spcAft>
            <a:buNone/>
            <a:defRPr cap="all"/>
          </a:pPr>
          <a:r>
            <a:rPr lang="en-US" sz="1800" kern="1200" dirty="0">
              <a:latin typeface="Times New Roman" panose="02020603050405020304" pitchFamily="18" charset="0"/>
              <a:cs typeface="Times New Roman" panose="02020603050405020304" pitchFamily="18" charset="0"/>
            </a:rPr>
            <a:t>Risk Identification</a:t>
          </a:r>
          <a:endParaRPr lang="en-IN" sz="1800" kern="1200" dirty="0">
            <a:latin typeface="Times New Roman" panose="02020603050405020304" pitchFamily="18" charset="0"/>
            <a:cs typeface="Times New Roman" panose="02020603050405020304" pitchFamily="18" charset="0"/>
          </a:endParaRPr>
        </a:p>
      </dsp:txBody>
      <dsp:txXfrm>
        <a:off x="7303770" y="1664017"/>
        <a:ext cx="1690687" cy="1217295"/>
      </dsp:txXfrm>
    </dsp:sp>
    <dsp:sp modelId="{F1C3D6FE-2859-42C8-B36E-19028D28783E}">
      <dsp:nvSpPr>
        <dsp:cNvPr id="0" name=""/>
        <dsp:cNvSpPr/>
      </dsp:nvSpPr>
      <dsp:spPr>
        <a:xfrm>
          <a:off x="7303770" y="852487"/>
          <a:ext cx="1690687" cy="811530"/>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67002" tIns="165100" rIns="167002" bIns="165100" numCol="1" spcCol="1270" anchor="ctr" anchorCtr="0">
          <a:noAutofit/>
        </a:bodyPr>
        <a:lstStyle/>
        <a:p>
          <a:pPr marL="0" lvl="0" indent="0" algn="l" defTabSz="1600200">
            <a:lnSpc>
              <a:spcPct val="90000"/>
            </a:lnSpc>
            <a:spcBef>
              <a:spcPct val="0"/>
            </a:spcBef>
            <a:spcAft>
              <a:spcPct val="35000"/>
            </a:spcAft>
            <a:buNone/>
          </a:pPr>
          <a:r>
            <a:rPr lang="en-IN" sz="3600" kern="1200">
              <a:latin typeface="Times New Roman" panose="02020603050405020304" pitchFamily="18" charset="0"/>
              <a:cs typeface="Times New Roman" panose="02020603050405020304" pitchFamily="18" charset="0"/>
            </a:rPr>
            <a:t>05</a:t>
          </a:r>
        </a:p>
      </dsp:txBody>
      <dsp:txXfrm>
        <a:off x="7303770" y="852487"/>
        <a:ext cx="1690687" cy="811530"/>
      </dsp:txXfrm>
    </dsp:sp>
    <dsp:sp modelId="{C3B375CA-FAA4-48CB-8324-3FADF188E8C4}">
      <dsp:nvSpPr>
        <dsp:cNvPr id="0" name=""/>
        <dsp:cNvSpPr/>
      </dsp:nvSpPr>
      <dsp:spPr>
        <a:xfrm>
          <a:off x="9129712" y="852487"/>
          <a:ext cx="1690687" cy="2028825"/>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002" tIns="0" rIns="167002" bIns="330200" numCol="1" spcCol="1270" anchor="t" anchorCtr="0">
          <a:noAutofit/>
        </a:bodyPr>
        <a:lstStyle/>
        <a:p>
          <a:pPr marL="0" lvl="0" indent="0" algn="l" defTabSz="889000">
            <a:lnSpc>
              <a:spcPct val="90000"/>
            </a:lnSpc>
            <a:spcBef>
              <a:spcPct val="0"/>
            </a:spcBef>
            <a:spcAft>
              <a:spcPct val="35000"/>
            </a:spcAft>
            <a:buNone/>
            <a:defRPr cap="all"/>
          </a:pPr>
          <a:r>
            <a:rPr lang="en-US" sz="2000" kern="1200" dirty="0">
              <a:latin typeface="Times New Roman" panose="02020603050405020304" pitchFamily="18" charset="0"/>
              <a:cs typeface="Times New Roman" panose="02020603050405020304" pitchFamily="18" charset="0"/>
            </a:rPr>
            <a:t>Resource Planning</a:t>
          </a:r>
          <a:endParaRPr lang="en-IN" sz="2000" kern="1200" dirty="0">
            <a:latin typeface="Times New Roman" panose="02020603050405020304" pitchFamily="18" charset="0"/>
            <a:cs typeface="Times New Roman" panose="02020603050405020304" pitchFamily="18" charset="0"/>
          </a:endParaRPr>
        </a:p>
      </dsp:txBody>
      <dsp:txXfrm>
        <a:off x="9129712" y="1664017"/>
        <a:ext cx="1690687" cy="1217295"/>
      </dsp:txXfrm>
    </dsp:sp>
    <dsp:sp modelId="{89386A0A-929D-4CFD-8C95-BACB61D280CA}">
      <dsp:nvSpPr>
        <dsp:cNvPr id="0" name=""/>
        <dsp:cNvSpPr/>
      </dsp:nvSpPr>
      <dsp:spPr>
        <a:xfrm>
          <a:off x="9129712" y="852487"/>
          <a:ext cx="1690687" cy="811530"/>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67002" tIns="165100" rIns="167002" bIns="165100" numCol="1" spcCol="1270" anchor="ctr" anchorCtr="0">
          <a:noAutofit/>
        </a:bodyPr>
        <a:lstStyle/>
        <a:p>
          <a:pPr marL="0" lvl="0" indent="0" algn="l" defTabSz="1600200">
            <a:lnSpc>
              <a:spcPct val="90000"/>
            </a:lnSpc>
            <a:spcBef>
              <a:spcPct val="0"/>
            </a:spcBef>
            <a:spcAft>
              <a:spcPct val="35000"/>
            </a:spcAft>
            <a:buNone/>
          </a:pPr>
          <a:r>
            <a:rPr lang="en-IN" sz="3600" kern="1200">
              <a:latin typeface="Times New Roman" panose="02020603050405020304" pitchFamily="18" charset="0"/>
              <a:cs typeface="Times New Roman" panose="02020603050405020304" pitchFamily="18" charset="0"/>
            </a:rPr>
            <a:t>06</a:t>
          </a:r>
        </a:p>
      </dsp:txBody>
      <dsp:txXfrm>
        <a:off x="9129712" y="852487"/>
        <a:ext cx="1690687" cy="81153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BE42EA-B0BE-41DD-B6DB-3A6F1035B2DC}">
      <dsp:nvSpPr>
        <dsp:cNvPr id="0" name=""/>
        <dsp:cNvSpPr/>
      </dsp:nvSpPr>
      <dsp:spPr>
        <a:xfrm rot="10800000">
          <a:off x="1238069" y="2929"/>
          <a:ext cx="3563390" cy="1362095"/>
        </a:xfrm>
        <a:prstGeom prst="homePlat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646" tIns="148590" rIns="277368" bIns="148590" numCol="1" spcCol="1270" anchor="ctr" anchorCtr="0">
          <a:noAutofit/>
        </a:bodyPr>
        <a:lstStyle/>
        <a:p>
          <a:pPr marL="0" lvl="0" indent="0" algn="ctr" defTabSz="1733550">
            <a:lnSpc>
              <a:spcPct val="90000"/>
            </a:lnSpc>
            <a:spcBef>
              <a:spcPct val="0"/>
            </a:spcBef>
            <a:spcAft>
              <a:spcPct val="35000"/>
            </a:spcAft>
            <a:buNone/>
          </a:pPr>
          <a:r>
            <a:rPr lang="en-US" sz="3900" kern="1200" dirty="0">
              <a:latin typeface="Times New Roman" panose="02020603050405020304" pitchFamily="18" charset="0"/>
              <a:cs typeface="Times New Roman" panose="02020603050405020304" pitchFamily="18" charset="0"/>
            </a:rPr>
            <a:t>JIRA</a:t>
          </a:r>
          <a:endParaRPr lang="en-IN" sz="3900" kern="1200" dirty="0">
            <a:latin typeface="Times New Roman" panose="02020603050405020304" pitchFamily="18" charset="0"/>
            <a:cs typeface="Times New Roman" panose="02020603050405020304" pitchFamily="18" charset="0"/>
          </a:endParaRPr>
        </a:p>
      </dsp:txBody>
      <dsp:txXfrm rot="10800000">
        <a:off x="1578593" y="2929"/>
        <a:ext cx="3222866" cy="1362095"/>
      </dsp:txXfrm>
    </dsp:sp>
    <dsp:sp modelId="{EDBCC120-2B81-4AE3-80F6-0B9B6D0C9F55}">
      <dsp:nvSpPr>
        <dsp:cNvPr id="0" name=""/>
        <dsp:cNvSpPr/>
      </dsp:nvSpPr>
      <dsp:spPr>
        <a:xfrm>
          <a:off x="557021" y="2929"/>
          <a:ext cx="1362095" cy="1362095"/>
        </a:xfrm>
        <a:prstGeom prst="ellipse">
          <a:avLst/>
        </a:prstGeom>
        <a:blipFill dpi="0" rotWithShape="1">
          <a:blip xmlns:r="http://schemas.openxmlformats.org/officeDocument/2006/relationships" r:embed="rId1"/>
          <a:srcRect/>
          <a:stretch>
            <a:fillRect l="1" t="1" r="1852" b="1852"/>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5591774-CD06-4245-A196-9853A59AC3B9}">
      <dsp:nvSpPr>
        <dsp:cNvPr id="0" name=""/>
        <dsp:cNvSpPr/>
      </dsp:nvSpPr>
      <dsp:spPr>
        <a:xfrm rot="10800000">
          <a:off x="1238069" y="1771620"/>
          <a:ext cx="3563390" cy="1362095"/>
        </a:xfrm>
        <a:prstGeom prst="homePlate">
          <a:avLst/>
        </a:prstGeom>
        <a:solidFill>
          <a:schemeClr val="accent2">
            <a:hueOff val="-727682"/>
            <a:satOff val="-41964"/>
            <a:lumOff val="43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646" tIns="148590" rIns="277368" bIns="148590" numCol="1" spcCol="1270" anchor="ctr" anchorCtr="0">
          <a:noAutofit/>
        </a:bodyPr>
        <a:lstStyle/>
        <a:p>
          <a:pPr marL="0" lvl="0" indent="0" algn="ctr" defTabSz="1733550">
            <a:lnSpc>
              <a:spcPct val="90000"/>
            </a:lnSpc>
            <a:spcBef>
              <a:spcPct val="0"/>
            </a:spcBef>
            <a:spcAft>
              <a:spcPct val="35000"/>
            </a:spcAft>
            <a:buNone/>
          </a:pPr>
          <a:r>
            <a:rPr lang="en-US" sz="3900" kern="1200" dirty="0">
              <a:latin typeface="Times New Roman" panose="02020603050405020304" pitchFamily="18" charset="0"/>
              <a:cs typeface="Times New Roman" panose="02020603050405020304" pitchFamily="18" charset="0"/>
            </a:rPr>
            <a:t>TRELLO</a:t>
          </a:r>
          <a:endParaRPr lang="en-IN" sz="3900" kern="1200" dirty="0">
            <a:latin typeface="Times New Roman" panose="02020603050405020304" pitchFamily="18" charset="0"/>
            <a:cs typeface="Times New Roman" panose="02020603050405020304" pitchFamily="18" charset="0"/>
          </a:endParaRPr>
        </a:p>
      </dsp:txBody>
      <dsp:txXfrm rot="10800000">
        <a:off x="1578593" y="1771620"/>
        <a:ext cx="3222866" cy="1362095"/>
      </dsp:txXfrm>
    </dsp:sp>
    <dsp:sp modelId="{AFEA6446-2F5F-4E6C-B688-181DBAF70136}">
      <dsp:nvSpPr>
        <dsp:cNvPr id="0" name=""/>
        <dsp:cNvSpPr/>
      </dsp:nvSpPr>
      <dsp:spPr>
        <a:xfrm>
          <a:off x="557021" y="1771620"/>
          <a:ext cx="1362095" cy="1362095"/>
        </a:xfrm>
        <a:prstGeom prst="ellipse">
          <a:avLst/>
        </a:prstGeom>
        <a:blipFill dpi="0" rotWithShape="1">
          <a:blip xmlns:r="http://schemas.openxmlformats.org/officeDocument/2006/relationships" r:embed="rId2"/>
          <a:srcRect/>
          <a:stretch>
            <a:fillRect l="-80944" t="-49402" r="-79911" b="-45268"/>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F05D3A9-1659-4CE2-AD48-D09F42F14038}">
      <dsp:nvSpPr>
        <dsp:cNvPr id="0" name=""/>
        <dsp:cNvSpPr/>
      </dsp:nvSpPr>
      <dsp:spPr>
        <a:xfrm rot="10800000">
          <a:off x="1238069" y="3540312"/>
          <a:ext cx="3563390" cy="1362095"/>
        </a:xfrm>
        <a:prstGeom prst="homePlate">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646" tIns="148590" rIns="277368" bIns="148590" numCol="1" spcCol="1270" anchor="ctr" anchorCtr="0">
          <a:noAutofit/>
        </a:bodyPr>
        <a:lstStyle/>
        <a:p>
          <a:pPr marL="0" lvl="0" indent="0" algn="ctr" defTabSz="1733550">
            <a:lnSpc>
              <a:spcPct val="90000"/>
            </a:lnSpc>
            <a:spcBef>
              <a:spcPct val="0"/>
            </a:spcBef>
            <a:spcAft>
              <a:spcPct val="35000"/>
            </a:spcAft>
            <a:buNone/>
          </a:pPr>
          <a:r>
            <a:rPr lang="en-US" sz="3900" kern="1200" dirty="0">
              <a:latin typeface="Times New Roman" panose="02020603050405020304" pitchFamily="18" charset="0"/>
              <a:cs typeface="Times New Roman" panose="02020603050405020304" pitchFamily="18" charset="0"/>
            </a:rPr>
            <a:t>AZURE BOARDS</a:t>
          </a:r>
          <a:endParaRPr lang="en-IN" sz="3900" kern="1200" dirty="0">
            <a:latin typeface="Times New Roman" panose="02020603050405020304" pitchFamily="18" charset="0"/>
            <a:cs typeface="Times New Roman" panose="02020603050405020304" pitchFamily="18" charset="0"/>
          </a:endParaRPr>
        </a:p>
      </dsp:txBody>
      <dsp:txXfrm rot="10800000">
        <a:off x="1578593" y="3540312"/>
        <a:ext cx="3222866" cy="1362095"/>
      </dsp:txXfrm>
    </dsp:sp>
    <dsp:sp modelId="{05610CC2-358D-4239-962D-BDB4DF48F035}">
      <dsp:nvSpPr>
        <dsp:cNvPr id="0" name=""/>
        <dsp:cNvSpPr/>
      </dsp:nvSpPr>
      <dsp:spPr>
        <a:xfrm>
          <a:off x="557021" y="3540312"/>
          <a:ext cx="1362095" cy="1362095"/>
        </a:xfrm>
        <a:prstGeom prst="ellipse">
          <a:avLst/>
        </a:prstGeom>
        <a:blipFill dpi="0" rotWithShape="1">
          <a:blip xmlns:r="http://schemas.openxmlformats.org/officeDocument/2006/relationships" r:embed="rId3"/>
          <a:srcRect/>
          <a:stretch>
            <a:fillRect l="-8907" t="9810" r="-33555" b="-28528"/>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591774-CD06-4245-A196-9853A59AC3B9}">
      <dsp:nvSpPr>
        <dsp:cNvPr id="0" name=""/>
        <dsp:cNvSpPr/>
      </dsp:nvSpPr>
      <dsp:spPr>
        <a:xfrm rot="10800000">
          <a:off x="1581894" y="1588367"/>
          <a:ext cx="3563390" cy="1795091"/>
        </a:xfrm>
        <a:prstGeom prst="homePlat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91585" tIns="156210" rIns="291592" bIns="156210" numCol="1" spcCol="1270" anchor="ctr" anchorCtr="0">
          <a:noAutofit/>
        </a:bodyPr>
        <a:lstStyle/>
        <a:p>
          <a:pPr marL="0" lvl="0" indent="0" algn="ctr" defTabSz="1822450">
            <a:lnSpc>
              <a:spcPct val="90000"/>
            </a:lnSpc>
            <a:spcBef>
              <a:spcPct val="0"/>
            </a:spcBef>
            <a:spcAft>
              <a:spcPct val="35000"/>
            </a:spcAft>
            <a:buNone/>
          </a:pPr>
          <a:r>
            <a:rPr lang="en-US" sz="4100" kern="1200" dirty="0">
              <a:latin typeface="Times New Roman" panose="02020603050405020304" pitchFamily="18" charset="0"/>
              <a:cs typeface="Times New Roman" panose="02020603050405020304" pitchFamily="18" charset="0"/>
            </a:rPr>
            <a:t>TRELLO</a:t>
          </a:r>
          <a:endParaRPr lang="en-IN" sz="4100" kern="1200" dirty="0">
            <a:latin typeface="Times New Roman" panose="02020603050405020304" pitchFamily="18" charset="0"/>
            <a:cs typeface="Times New Roman" panose="02020603050405020304" pitchFamily="18" charset="0"/>
          </a:endParaRPr>
        </a:p>
      </dsp:txBody>
      <dsp:txXfrm rot="10800000">
        <a:off x="2030667" y="1588367"/>
        <a:ext cx="3114617" cy="1795091"/>
      </dsp:txXfrm>
    </dsp:sp>
    <dsp:sp modelId="{AFEA6446-2F5F-4E6C-B688-181DBAF70136}">
      <dsp:nvSpPr>
        <dsp:cNvPr id="0" name=""/>
        <dsp:cNvSpPr/>
      </dsp:nvSpPr>
      <dsp:spPr>
        <a:xfrm>
          <a:off x="910165" y="1655791"/>
          <a:ext cx="1795091" cy="1795091"/>
        </a:xfrm>
        <a:prstGeom prst="ellipse">
          <a:avLst/>
        </a:prstGeom>
        <a:blipFill dpi="0" rotWithShape="1">
          <a:blip xmlns:r="http://schemas.openxmlformats.org/officeDocument/2006/relationships" r:embed="rId1"/>
          <a:srcRect/>
          <a:stretch>
            <a:fillRect l="-80944" t="-49402" r="-79911" b="-45268"/>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2.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EE3BF6-719D-46F2-A321-BC0495969FC4}" type="datetimeFigureOut">
              <a:rPr lang="en-IN" smtClean="0"/>
              <a:t>20-07-2026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AD25C5-C818-4260-83B6-363F535359EC}" type="slidenum">
              <a:rPr lang="en-IN" smtClean="0"/>
              <a:t>‹#›</a:t>
            </a:fld>
            <a:endParaRPr lang="en-IN"/>
          </a:p>
        </p:txBody>
      </p:sp>
    </p:spTree>
    <p:extLst>
      <p:ext uri="{BB962C8B-B14F-4D97-AF65-F5344CB8AC3E}">
        <p14:creationId xmlns:p14="http://schemas.microsoft.com/office/powerpoint/2010/main" val="19687653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F976E4-05B2-41D6-BB40-62CD2B4C9C1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662444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Azure Boards is a work tracking tool inside Azure DevOps that helps teams plan, organize, and track their work. It supports Agile and Scrum, so it fits well with modern software teams.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Azure Boards is a work tracking tool inside Azure DevOps that helps teams plan, organize, and track their work. It supports Agile and Scrum, so it fits well with modern software teams.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Azure Boards organizes work in a hierarchy, from big to small: Epics break down into Features, then into User Stories, and finally into Tasks. Bugs can be logged and linked at any level to track issues that need fixing.</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Azure Boards lets teams plan their work, assign tasks, track progress, manage bugs, and collaborate more effectively. That brings us to the end of the basics.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22</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CC2B0-1C6C-AAD5-E726-1B605CD4C09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9078767-B274-2DFE-5E58-FF766026ADC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3332FF3-C56E-75D3-C47D-80B5997643B9}"/>
              </a:ext>
            </a:extLst>
          </p:cNvPr>
          <p:cNvSpPr>
            <a:spLocks noGrp="1"/>
          </p:cNvSpPr>
          <p:nvPr>
            <p:ph type="dt" sz="half" idx="10"/>
          </p:nvPr>
        </p:nvSpPr>
        <p:spPr/>
        <p:txBody>
          <a:bodyPr/>
          <a:lstStyle/>
          <a:p>
            <a:fld id="{BC730521-F49E-447B-B62D-C07FEC0E113F}" type="datetimeFigureOut">
              <a:rPr lang="en-IN" smtClean="0"/>
              <a:t>20-07-2026</a:t>
            </a:fld>
            <a:endParaRPr lang="en-IN"/>
          </a:p>
        </p:txBody>
      </p:sp>
      <p:sp>
        <p:nvSpPr>
          <p:cNvPr id="5" name="Footer Placeholder 4">
            <a:extLst>
              <a:ext uri="{FF2B5EF4-FFF2-40B4-BE49-F238E27FC236}">
                <a16:creationId xmlns:a16="http://schemas.microsoft.com/office/drawing/2014/main" id="{5AF7A9A8-7E23-6612-1F51-8B294D94FEF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7292184-DB0B-253B-C800-4E5108612B05}"/>
              </a:ext>
            </a:extLst>
          </p:cNvPr>
          <p:cNvSpPr>
            <a:spLocks noGrp="1"/>
          </p:cNvSpPr>
          <p:nvPr>
            <p:ph type="sldNum" sz="quarter" idx="12"/>
          </p:nvPr>
        </p:nvSpPr>
        <p:spPr/>
        <p:txBody>
          <a:bodyPr/>
          <a:lstStyle/>
          <a:p>
            <a:fld id="{56C9905D-B9FF-4D77-90D1-9C504AA4E8CC}" type="slidenum">
              <a:rPr lang="en-IN" smtClean="0"/>
              <a:t>‹#›</a:t>
            </a:fld>
            <a:endParaRPr lang="en-IN"/>
          </a:p>
        </p:txBody>
      </p:sp>
    </p:spTree>
    <p:extLst>
      <p:ext uri="{BB962C8B-B14F-4D97-AF65-F5344CB8AC3E}">
        <p14:creationId xmlns:p14="http://schemas.microsoft.com/office/powerpoint/2010/main" val="37837004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F17AB-B9E4-5274-9ABD-F786B7D25B4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C7D2551-B3FE-49DE-9EB8-193B2F0AE79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5AA84BF-4142-76E9-F530-1CEBCC9274D6}"/>
              </a:ext>
            </a:extLst>
          </p:cNvPr>
          <p:cNvSpPr>
            <a:spLocks noGrp="1"/>
          </p:cNvSpPr>
          <p:nvPr>
            <p:ph type="dt" sz="half" idx="10"/>
          </p:nvPr>
        </p:nvSpPr>
        <p:spPr/>
        <p:txBody>
          <a:bodyPr/>
          <a:lstStyle/>
          <a:p>
            <a:fld id="{BC730521-F49E-447B-B62D-C07FEC0E113F}" type="datetimeFigureOut">
              <a:rPr lang="en-IN" smtClean="0"/>
              <a:t>20-07-2026</a:t>
            </a:fld>
            <a:endParaRPr lang="en-IN"/>
          </a:p>
        </p:txBody>
      </p:sp>
      <p:sp>
        <p:nvSpPr>
          <p:cNvPr id="5" name="Footer Placeholder 4">
            <a:extLst>
              <a:ext uri="{FF2B5EF4-FFF2-40B4-BE49-F238E27FC236}">
                <a16:creationId xmlns:a16="http://schemas.microsoft.com/office/drawing/2014/main" id="{96046FCC-6567-2C00-E54B-761A34D2C89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A0316A7-6EB9-2697-2EC8-89E60DF638AE}"/>
              </a:ext>
            </a:extLst>
          </p:cNvPr>
          <p:cNvSpPr>
            <a:spLocks noGrp="1"/>
          </p:cNvSpPr>
          <p:nvPr>
            <p:ph type="sldNum" sz="quarter" idx="12"/>
          </p:nvPr>
        </p:nvSpPr>
        <p:spPr/>
        <p:txBody>
          <a:bodyPr/>
          <a:lstStyle/>
          <a:p>
            <a:fld id="{56C9905D-B9FF-4D77-90D1-9C504AA4E8CC}" type="slidenum">
              <a:rPr lang="en-IN" smtClean="0"/>
              <a:t>‹#›</a:t>
            </a:fld>
            <a:endParaRPr lang="en-IN"/>
          </a:p>
        </p:txBody>
      </p:sp>
    </p:spTree>
    <p:extLst>
      <p:ext uri="{BB962C8B-B14F-4D97-AF65-F5344CB8AC3E}">
        <p14:creationId xmlns:p14="http://schemas.microsoft.com/office/powerpoint/2010/main" val="35275837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62EBC-1CBA-D40A-0ABF-793796C65FB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E59BE4D-A740-EEB2-0248-E7518FB71D7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840FE19-608A-3B34-9776-D0B134F73715}"/>
              </a:ext>
            </a:extLst>
          </p:cNvPr>
          <p:cNvSpPr>
            <a:spLocks noGrp="1"/>
          </p:cNvSpPr>
          <p:nvPr>
            <p:ph type="dt" sz="half" idx="10"/>
          </p:nvPr>
        </p:nvSpPr>
        <p:spPr/>
        <p:txBody>
          <a:bodyPr/>
          <a:lstStyle/>
          <a:p>
            <a:fld id="{BC730521-F49E-447B-B62D-C07FEC0E113F}" type="datetimeFigureOut">
              <a:rPr lang="en-IN" smtClean="0"/>
              <a:t>20-07-2026</a:t>
            </a:fld>
            <a:endParaRPr lang="en-IN"/>
          </a:p>
        </p:txBody>
      </p:sp>
      <p:sp>
        <p:nvSpPr>
          <p:cNvPr id="5" name="Footer Placeholder 4">
            <a:extLst>
              <a:ext uri="{FF2B5EF4-FFF2-40B4-BE49-F238E27FC236}">
                <a16:creationId xmlns:a16="http://schemas.microsoft.com/office/drawing/2014/main" id="{573AC99F-8020-6560-433C-C48CD2B2D03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D3966A6-9DD7-D074-3D23-1AFDB026AB2C}"/>
              </a:ext>
            </a:extLst>
          </p:cNvPr>
          <p:cNvSpPr>
            <a:spLocks noGrp="1"/>
          </p:cNvSpPr>
          <p:nvPr>
            <p:ph type="sldNum" sz="quarter" idx="12"/>
          </p:nvPr>
        </p:nvSpPr>
        <p:spPr/>
        <p:txBody>
          <a:bodyPr/>
          <a:lstStyle/>
          <a:p>
            <a:fld id="{56C9905D-B9FF-4D77-90D1-9C504AA4E8CC}" type="slidenum">
              <a:rPr lang="en-IN" smtClean="0"/>
              <a:t>‹#›</a:t>
            </a:fld>
            <a:endParaRPr lang="en-IN"/>
          </a:p>
        </p:txBody>
      </p:sp>
    </p:spTree>
    <p:extLst>
      <p:ext uri="{BB962C8B-B14F-4D97-AF65-F5344CB8AC3E}">
        <p14:creationId xmlns:p14="http://schemas.microsoft.com/office/powerpoint/2010/main" val="33125333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C7509-75A7-CB54-7EF4-A6212224D7A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C83E36E-A3FF-7794-DC38-A4B55E32EAC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309A927-B551-72B8-A86F-EF278D93838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915C418-00EA-FA33-7A0D-6A18965A383C}"/>
              </a:ext>
            </a:extLst>
          </p:cNvPr>
          <p:cNvSpPr>
            <a:spLocks noGrp="1"/>
          </p:cNvSpPr>
          <p:nvPr>
            <p:ph type="dt" sz="half" idx="10"/>
          </p:nvPr>
        </p:nvSpPr>
        <p:spPr/>
        <p:txBody>
          <a:bodyPr/>
          <a:lstStyle/>
          <a:p>
            <a:fld id="{BC730521-F49E-447B-B62D-C07FEC0E113F}" type="datetimeFigureOut">
              <a:rPr lang="en-IN" smtClean="0"/>
              <a:t>20-07-2026</a:t>
            </a:fld>
            <a:endParaRPr lang="en-IN"/>
          </a:p>
        </p:txBody>
      </p:sp>
      <p:sp>
        <p:nvSpPr>
          <p:cNvPr id="6" name="Footer Placeholder 5">
            <a:extLst>
              <a:ext uri="{FF2B5EF4-FFF2-40B4-BE49-F238E27FC236}">
                <a16:creationId xmlns:a16="http://schemas.microsoft.com/office/drawing/2014/main" id="{8488759F-BB15-782B-7086-DE3107AF48F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2B68202-8C55-1943-61B4-D4386B5ECB85}"/>
              </a:ext>
            </a:extLst>
          </p:cNvPr>
          <p:cNvSpPr>
            <a:spLocks noGrp="1"/>
          </p:cNvSpPr>
          <p:nvPr>
            <p:ph type="sldNum" sz="quarter" idx="12"/>
          </p:nvPr>
        </p:nvSpPr>
        <p:spPr/>
        <p:txBody>
          <a:bodyPr/>
          <a:lstStyle/>
          <a:p>
            <a:fld id="{56C9905D-B9FF-4D77-90D1-9C504AA4E8CC}" type="slidenum">
              <a:rPr lang="en-IN" smtClean="0"/>
              <a:t>‹#›</a:t>
            </a:fld>
            <a:endParaRPr lang="en-IN"/>
          </a:p>
        </p:txBody>
      </p:sp>
    </p:spTree>
    <p:extLst>
      <p:ext uri="{BB962C8B-B14F-4D97-AF65-F5344CB8AC3E}">
        <p14:creationId xmlns:p14="http://schemas.microsoft.com/office/powerpoint/2010/main" val="40966939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87F0C-C4D4-CB7E-B008-305477110C7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9B290F4-2D24-CABB-7CCE-02E07240E06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064C60D-5395-558D-CBFA-523CEFE9793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8271383-1196-B974-8A1E-FC74104E9FE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5BB03F2-66FC-924D-DC6A-1411E6C9E24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ECBBE9C-3FDE-14CD-34DC-76A1D4E6D79E}"/>
              </a:ext>
            </a:extLst>
          </p:cNvPr>
          <p:cNvSpPr>
            <a:spLocks noGrp="1"/>
          </p:cNvSpPr>
          <p:nvPr>
            <p:ph type="dt" sz="half" idx="10"/>
          </p:nvPr>
        </p:nvSpPr>
        <p:spPr/>
        <p:txBody>
          <a:bodyPr/>
          <a:lstStyle/>
          <a:p>
            <a:fld id="{BC730521-F49E-447B-B62D-C07FEC0E113F}" type="datetimeFigureOut">
              <a:rPr lang="en-IN" smtClean="0"/>
              <a:t>20-07-2026</a:t>
            </a:fld>
            <a:endParaRPr lang="en-IN"/>
          </a:p>
        </p:txBody>
      </p:sp>
      <p:sp>
        <p:nvSpPr>
          <p:cNvPr id="8" name="Footer Placeholder 7">
            <a:extLst>
              <a:ext uri="{FF2B5EF4-FFF2-40B4-BE49-F238E27FC236}">
                <a16:creationId xmlns:a16="http://schemas.microsoft.com/office/drawing/2014/main" id="{DEBBF6B7-DD75-E4C0-9AB0-CAD6A6F22FA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0529964-BDFC-639C-3409-DC83EB92100A}"/>
              </a:ext>
            </a:extLst>
          </p:cNvPr>
          <p:cNvSpPr>
            <a:spLocks noGrp="1"/>
          </p:cNvSpPr>
          <p:nvPr>
            <p:ph type="sldNum" sz="quarter" idx="12"/>
          </p:nvPr>
        </p:nvSpPr>
        <p:spPr/>
        <p:txBody>
          <a:bodyPr/>
          <a:lstStyle/>
          <a:p>
            <a:fld id="{56C9905D-B9FF-4D77-90D1-9C504AA4E8CC}" type="slidenum">
              <a:rPr lang="en-IN" smtClean="0"/>
              <a:t>‹#›</a:t>
            </a:fld>
            <a:endParaRPr lang="en-IN"/>
          </a:p>
        </p:txBody>
      </p:sp>
    </p:spTree>
    <p:extLst>
      <p:ext uri="{BB962C8B-B14F-4D97-AF65-F5344CB8AC3E}">
        <p14:creationId xmlns:p14="http://schemas.microsoft.com/office/powerpoint/2010/main" val="27975350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B43FC5-EC87-4C23-ED19-8E098048A1A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BB93E74-C7E4-EB32-0AC4-9340239C142B}"/>
              </a:ext>
            </a:extLst>
          </p:cNvPr>
          <p:cNvSpPr>
            <a:spLocks noGrp="1"/>
          </p:cNvSpPr>
          <p:nvPr>
            <p:ph type="dt" sz="half" idx="10"/>
          </p:nvPr>
        </p:nvSpPr>
        <p:spPr/>
        <p:txBody>
          <a:bodyPr/>
          <a:lstStyle/>
          <a:p>
            <a:fld id="{BC730521-F49E-447B-B62D-C07FEC0E113F}" type="datetimeFigureOut">
              <a:rPr lang="en-IN" smtClean="0"/>
              <a:t>20-07-2026</a:t>
            </a:fld>
            <a:endParaRPr lang="en-IN"/>
          </a:p>
        </p:txBody>
      </p:sp>
      <p:sp>
        <p:nvSpPr>
          <p:cNvPr id="4" name="Footer Placeholder 3">
            <a:extLst>
              <a:ext uri="{FF2B5EF4-FFF2-40B4-BE49-F238E27FC236}">
                <a16:creationId xmlns:a16="http://schemas.microsoft.com/office/drawing/2014/main" id="{D450A85B-92FF-49B4-19AD-C3CE65E7D4A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966ED52-D638-3505-1A37-04192AABD018}"/>
              </a:ext>
            </a:extLst>
          </p:cNvPr>
          <p:cNvSpPr>
            <a:spLocks noGrp="1"/>
          </p:cNvSpPr>
          <p:nvPr>
            <p:ph type="sldNum" sz="quarter" idx="12"/>
          </p:nvPr>
        </p:nvSpPr>
        <p:spPr/>
        <p:txBody>
          <a:bodyPr/>
          <a:lstStyle/>
          <a:p>
            <a:fld id="{56C9905D-B9FF-4D77-90D1-9C504AA4E8CC}" type="slidenum">
              <a:rPr lang="en-IN" smtClean="0"/>
              <a:t>‹#›</a:t>
            </a:fld>
            <a:endParaRPr lang="en-IN"/>
          </a:p>
        </p:txBody>
      </p:sp>
    </p:spTree>
    <p:extLst>
      <p:ext uri="{BB962C8B-B14F-4D97-AF65-F5344CB8AC3E}">
        <p14:creationId xmlns:p14="http://schemas.microsoft.com/office/powerpoint/2010/main" val="2411839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103608-082A-BA13-726E-7F89EA06C12C}"/>
              </a:ext>
            </a:extLst>
          </p:cNvPr>
          <p:cNvSpPr>
            <a:spLocks noGrp="1"/>
          </p:cNvSpPr>
          <p:nvPr>
            <p:ph type="dt" sz="half" idx="10"/>
          </p:nvPr>
        </p:nvSpPr>
        <p:spPr/>
        <p:txBody>
          <a:bodyPr/>
          <a:lstStyle/>
          <a:p>
            <a:fld id="{BC730521-F49E-447B-B62D-C07FEC0E113F}" type="datetimeFigureOut">
              <a:rPr lang="en-IN" smtClean="0"/>
              <a:t>20-07-2026</a:t>
            </a:fld>
            <a:endParaRPr lang="en-IN"/>
          </a:p>
        </p:txBody>
      </p:sp>
      <p:sp>
        <p:nvSpPr>
          <p:cNvPr id="3" name="Footer Placeholder 2">
            <a:extLst>
              <a:ext uri="{FF2B5EF4-FFF2-40B4-BE49-F238E27FC236}">
                <a16:creationId xmlns:a16="http://schemas.microsoft.com/office/drawing/2014/main" id="{0E9001AE-0400-D458-707B-59FE66EC1F2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5918815-C6F3-3E8D-AC6C-F18B0672D66D}"/>
              </a:ext>
            </a:extLst>
          </p:cNvPr>
          <p:cNvSpPr>
            <a:spLocks noGrp="1"/>
          </p:cNvSpPr>
          <p:nvPr>
            <p:ph type="sldNum" sz="quarter" idx="12"/>
          </p:nvPr>
        </p:nvSpPr>
        <p:spPr/>
        <p:txBody>
          <a:bodyPr/>
          <a:lstStyle/>
          <a:p>
            <a:fld id="{56C9905D-B9FF-4D77-90D1-9C504AA4E8CC}" type="slidenum">
              <a:rPr lang="en-IN" smtClean="0"/>
              <a:t>‹#›</a:t>
            </a:fld>
            <a:endParaRPr lang="en-IN"/>
          </a:p>
        </p:txBody>
      </p:sp>
    </p:spTree>
    <p:extLst>
      <p:ext uri="{BB962C8B-B14F-4D97-AF65-F5344CB8AC3E}">
        <p14:creationId xmlns:p14="http://schemas.microsoft.com/office/powerpoint/2010/main" val="26202324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6E785-6B31-5CBD-A65C-20E96DDBD75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6FC10CC-64B2-F299-7728-F3B3FB1A442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08DA12C-EF30-94B9-4F42-B921416FF8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605CCC3-C616-D02D-C401-177671B22E73}"/>
              </a:ext>
            </a:extLst>
          </p:cNvPr>
          <p:cNvSpPr>
            <a:spLocks noGrp="1"/>
          </p:cNvSpPr>
          <p:nvPr>
            <p:ph type="dt" sz="half" idx="10"/>
          </p:nvPr>
        </p:nvSpPr>
        <p:spPr/>
        <p:txBody>
          <a:bodyPr/>
          <a:lstStyle/>
          <a:p>
            <a:fld id="{BC730521-F49E-447B-B62D-C07FEC0E113F}" type="datetimeFigureOut">
              <a:rPr lang="en-IN" smtClean="0"/>
              <a:t>20-07-2026</a:t>
            </a:fld>
            <a:endParaRPr lang="en-IN"/>
          </a:p>
        </p:txBody>
      </p:sp>
      <p:sp>
        <p:nvSpPr>
          <p:cNvPr id="6" name="Footer Placeholder 5">
            <a:extLst>
              <a:ext uri="{FF2B5EF4-FFF2-40B4-BE49-F238E27FC236}">
                <a16:creationId xmlns:a16="http://schemas.microsoft.com/office/drawing/2014/main" id="{7B4A7B06-23AA-9B87-41ED-70CF3B743F6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0E52101-A745-2807-C224-1FB25D810522}"/>
              </a:ext>
            </a:extLst>
          </p:cNvPr>
          <p:cNvSpPr>
            <a:spLocks noGrp="1"/>
          </p:cNvSpPr>
          <p:nvPr>
            <p:ph type="sldNum" sz="quarter" idx="12"/>
          </p:nvPr>
        </p:nvSpPr>
        <p:spPr/>
        <p:txBody>
          <a:bodyPr/>
          <a:lstStyle/>
          <a:p>
            <a:fld id="{56C9905D-B9FF-4D77-90D1-9C504AA4E8CC}" type="slidenum">
              <a:rPr lang="en-IN" smtClean="0"/>
              <a:t>‹#›</a:t>
            </a:fld>
            <a:endParaRPr lang="en-IN"/>
          </a:p>
        </p:txBody>
      </p:sp>
    </p:spTree>
    <p:extLst>
      <p:ext uri="{BB962C8B-B14F-4D97-AF65-F5344CB8AC3E}">
        <p14:creationId xmlns:p14="http://schemas.microsoft.com/office/powerpoint/2010/main" val="33459997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D761CD-39BE-FEC3-CE7C-BB4ED51F32E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B447C4A-57E6-5B1B-C2C2-0537050D5DF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BCD9C6C-947A-E08D-44CC-39E718DCC6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0AA5D3-5ABE-4ED7-35C0-1C2329262A58}"/>
              </a:ext>
            </a:extLst>
          </p:cNvPr>
          <p:cNvSpPr>
            <a:spLocks noGrp="1"/>
          </p:cNvSpPr>
          <p:nvPr>
            <p:ph type="dt" sz="half" idx="10"/>
          </p:nvPr>
        </p:nvSpPr>
        <p:spPr/>
        <p:txBody>
          <a:bodyPr/>
          <a:lstStyle/>
          <a:p>
            <a:fld id="{BC730521-F49E-447B-B62D-C07FEC0E113F}" type="datetimeFigureOut">
              <a:rPr lang="en-IN" smtClean="0"/>
              <a:t>20-07-2026</a:t>
            </a:fld>
            <a:endParaRPr lang="en-IN"/>
          </a:p>
        </p:txBody>
      </p:sp>
      <p:sp>
        <p:nvSpPr>
          <p:cNvPr id="6" name="Footer Placeholder 5">
            <a:extLst>
              <a:ext uri="{FF2B5EF4-FFF2-40B4-BE49-F238E27FC236}">
                <a16:creationId xmlns:a16="http://schemas.microsoft.com/office/drawing/2014/main" id="{1C29B40D-606B-8F07-C2ED-303D6106CC1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F2D309A-2369-BB03-AD4F-2FDC710FE8FF}"/>
              </a:ext>
            </a:extLst>
          </p:cNvPr>
          <p:cNvSpPr>
            <a:spLocks noGrp="1"/>
          </p:cNvSpPr>
          <p:nvPr>
            <p:ph type="sldNum" sz="quarter" idx="12"/>
          </p:nvPr>
        </p:nvSpPr>
        <p:spPr/>
        <p:txBody>
          <a:bodyPr/>
          <a:lstStyle/>
          <a:p>
            <a:fld id="{56C9905D-B9FF-4D77-90D1-9C504AA4E8CC}" type="slidenum">
              <a:rPr lang="en-IN" smtClean="0"/>
              <a:t>‹#›</a:t>
            </a:fld>
            <a:endParaRPr lang="en-IN"/>
          </a:p>
        </p:txBody>
      </p:sp>
    </p:spTree>
    <p:extLst>
      <p:ext uri="{BB962C8B-B14F-4D97-AF65-F5344CB8AC3E}">
        <p14:creationId xmlns:p14="http://schemas.microsoft.com/office/powerpoint/2010/main" val="11491905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54744-E257-EBDC-D86F-79C83BC1B0D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4678C3C-ACCA-01B5-3B36-7C6B2C2ACCB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F4EBE77-1A87-5B61-7FD1-133C574C2476}"/>
              </a:ext>
            </a:extLst>
          </p:cNvPr>
          <p:cNvSpPr>
            <a:spLocks noGrp="1"/>
          </p:cNvSpPr>
          <p:nvPr>
            <p:ph type="dt" sz="half" idx="10"/>
          </p:nvPr>
        </p:nvSpPr>
        <p:spPr/>
        <p:txBody>
          <a:bodyPr/>
          <a:lstStyle/>
          <a:p>
            <a:fld id="{BC730521-F49E-447B-B62D-C07FEC0E113F}" type="datetimeFigureOut">
              <a:rPr lang="en-IN" smtClean="0"/>
              <a:t>20-07-2026</a:t>
            </a:fld>
            <a:endParaRPr lang="en-IN"/>
          </a:p>
        </p:txBody>
      </p:sp>
      <p:sp>
        <p:nvSpPr>
          <p:cNvPr id="5" name="Footer Placeholder 4">
            <a:extLst>
              <a:ext uri="{FF2B5EF4-FFF2-40B4-BE49-F238E27FC236}">
                <a16:creationId xmlns:a16="http://schemas.microsoft.com/office/drawing/2014/main" id="{377BAF62-0C22-F742-6251-B84634D243A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F4E321D-66DC-669D-812E-3C38436F47E9}"/>
              </a:ext>
            </a:extLst>
          </p:cNvPr>
          <p:cNvSpPr>
            <a:spLocks noGrp="1"/>
          </p:cNvSpPr>
          <p:nvPr>
            <p:ph type="sldNum" sz="quarter" idx="12"/>
          </p:nvPr>
        </p:nvSpPr>
        <p:spPr/>
        <p:txBody>
          <a:bodyPr/>
          <a:lstStyle/>
          <a:p>
            <a:fld id="{56C9905D-B9FF-4D77-90D1-9C504AA4E8CC}" type="slidenum">
              <a:rPr lang="en-IN" smtClean="0"/>
              <a:t>‹#›</a:t>
            </a:fld>
            <a:endParaRPr lang="en-IN"/>
          </a:p>
        </p:txBody>
      </p:sp>
    </p:spTree>
    <p:extLst>
      <p:ext uri="{BB962C8B-B14F-4D97-AF65-F5344CB8AC3E}">
        <p14:creationId xmlns:p14="http://schemas.microsoft.com/office/powerpoint/2010/main" val="3934222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800A5FE-2728-218C-656B-9716C983077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BD5EA8B-416A-69DB-9AF6-F41FB80F25F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BC79364-3DE7-7DB9-95AE-A08596358159}"/>
              </a:ext>
            </a:extLst>
          </p:cNvPr>
          <p:cNvSpPr>
            <a:spLocks noGrp="1"/>
          </p:cNvSpPr>
          <p:nvPr>
            <p:ph type="dt" sz="half" idx="10"/>
          </p:nvPr>
        </p:nvSpPr>
        <p:spPr/>
        <p:txBody>
          <a:bodyPr/>
          <a:lstStyle/>
          <a:p>
            <a:fld id="{BC730521-F49E-447B-B62D-C07FEC0E113F}" type="datetimeFigureOut">
              <a:rPr lang="en-IN" smtClean="0"/>
              <a:t>20-07-2026</a:t>
            </a:fld>
            <a:endParaRPr lang="en-IN"/>
          </a:p>
        </p:txBody>
      </p:sp>
      <p:sp>
        <p:nvSpPr>
          <p:cNvPr id="5" name="Footer Placeholder 4">
            <a:extLst>
              <a:ext uri="{FF2B5EF4-FFF2-40B4-BE49-F238E27FC236}">
                <a16:creationId xmlns:a16="http://schemas.microsoft.com/office/drawing/2014/main" id="{A9401FD2-6400-D29D-A2D4-378C8BBDEAB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DA1B838-2C9E-3DA9-15EE-67184D1DEE0B}"/>
              </a:ext>
            </a:extLst>
          </p:cNvPr>
          <p:cNvSpPr>
            <a:spLocks noGrp="1"/>
          </p:cNvSpPr>
          <p:nvPr>
            <p:ph type="sldNum" sz="quarter" idx="12"/>
          </p:nvPr>
        </p:nvSpPr>
        <p:spPr/>
        <p:txBody>
          <a:bodyPr/>
          <a:lstStyle/>
          <a:p>
            <a:fld id="{56C9905D-B9FF-4D77-90D1-9C504AA4E8CC}" type="slidenum">
              <a:rPr lang="en-IN" smtClean="0"/>
              <a:t>‹#›</a:t>
            </a:fld>
            <a:endParaRPr lang="en-IN"/>
          </a:p>
        </p:txBody>
      </p:sp>
    </p:spTree>
    <p:extLst>
      <p:ext uri="{BB962C8B-B14F-4D97-AF65-F5344CB8AC3E}">
        <p14:creationId xmlns:p14="http://schemas.microsoft.com/office/powerpoint/2010/main" val="25249818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81354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C730521-F49E-447B-B62D-C07FEC0E113F}" type="datetimeFigureOut">
              <a:rPr lang="en-IN" smtClean="0"/>
              <a:t>20-07-2026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6C9905D-B9FF-4D77-90D1-9C504AA4E8CC}"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54652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C730521-F49E-447B-B62D-C07FEC0E113F}" type="datetimeFigureOut">
              <a:rPr lang="en-IN" smtClean="0"/>
              <a:t>20-07-2026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6C9905D-B9FF-4D77-90D1-9C504AA4E8CC}" type="slidenum">
              <a:rPr lang="en-IN" smtClean="0"/>
              <a:t>‹#›</a:t>
            </a:fld>
            <a:endParaRPr lang="en-IN"/>
          </a:p>
        </p:txBody>
      </p:sp>
    </p:spTree>
    <p:extLst>
      <p:ext uri="{BB962C8B-B14F-4D97-AF65-F5344CB8AC3E}">
        <p14:creationId xmlns:p14="http://schemas.microsoft.com/office/powerpoint/2010/main" val="20600299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C730521-F49E-447B-B62D-C07FEC0E113F}" type="datetimeFigureOut">
              <a:rPr lang="en-IN" smtClean="0"/>
              <a:t>20-07-2026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6C9905D-B9FF-4D77-90D1-9C504AA4E8CC}"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19927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C730521-F49E-447B-B62D-C07FEC0E113F}" type="datetimeFigureOut">
              <a:rPr lang="en-IN" smtClean="0"/>
              <a:t>20-07-2026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6C9905D-B9FF-4D77-90D1-9C504AA4E8CC}" type="slidenum">
              <a:rPr lang="en-IN" smtClean="0"/>
              <a:t>‹#›</a:t>
            </a:fld>
            <a:endParaRPr lang="en-IN"/>
          </a:p>
        </p:txBody>
      </p:sp>
    </p:spTree>
    <p:extLst>
      <p:ext uri="{BB962C8B-B14F-4D97-AF65-F5344CB8AC3E}">
        <p14:creationId xmlns:p14="http://schemas.microsoft.com/office/powerpoint/2010/main" val="9096108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C730521-F49E-447B-B62D-C07FEC0E113F}" type="datetimeFigureOut">
              <a:rPr lang="en-IN" smtClean="0"/>
              <a:t>20-07-2026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6C9905D-B9FF-4D77-90D1-9C504AA4E8CC}" type="slidenum">
              <a:rPr lang="en-IN" smtClean="0"/>
              <a:t>‹#›</a:t>
            </a:fld>
            <a:endParaRPr lang="en-IN"/>
          </a:p>
        </p:txBody>
      </p:sp>
    </p:spTree>
    <p:extLst>
      <p:ext uri="{BB962C8B-B14F-4D97-AF65-F5344CB8AC3E}">
        <p14:creationId xmlns:p14="http://schemas.microsoft.com/office/powerpoint/2010/main" val="31205338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C730521-F49E-447B-B62D-C07FEC0E113F}" type="datetimeFigureOut">
              <a:rPr lang="en-IN" smtClean="0"/>
              <a:t>20-07-2026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6C9905D-B9FF-4D77-90D1-9C504AA4E8CC}" type="slidenum">
              <a:rPr lang="en-IN" smtClean="0"/>
              <a:t>‹#›</a:t>
            </a:fld>
            <a:endParaRPr lang="en-IN"/>
          </a:p>
        </p:txBody>
      </p:sp>
    </p:spTree>
    <p:extLst>
      <p:ext uri="{BB962C8B-B14F-4D97-AF65-F5344CB8AC3E}">
        <p14:creationId xmlns:p14="http://schemas.microsoft.com/office/powerpoint/2010/main" val="236709611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BC730521-F49E-447B-B62D-C07FEC0E113F}" type="datetimeFigureOut">
              <a:rPr lang="en-IN" smtClean="0"/>
              <a:t>20-07-2026</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56C9905D-B9FF-4D77-90D1-9C504AA4E8CC}" type="slidenum">
              <a:rPr lang="en-IN" smtClean="0"/>
              <a:t>‹#›</a:t>
            </a:fld>
            <a:endParaRPr lang="en-IN"/>
          </a:p>
        </p:txBody>
      </p:sp>
    </p:spTree>
    <p:extLst>
      <p:ext uri="{BB962C8B-B14F-4D97-AF65-F5344CB8AC3E}">
        <p14:creationId xmlns:p14="http://schemas.microsoft.com/office/powerpoint/2010/main" val="53134456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BC730521-F49E-447B-B62D-C07FEC0E113F}" type="datetimeFigureOut">
              <a:rPr lang="en-IN" smtClean="0"/>
              <a:t>20-07-2026</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56C9905D-B9FF-4D77-90D1-9C504AA4E8CC}" type="slidenum">
              <a:rPr lang="en-IN" smtClean="0"/>
              <a:t>‹#›</a:t>
            </a:fld>
            <a:endParaRPr lang="en-IN"/>
          </a:p>
        </p:txBody>
      </p:sp>
    </p:spTree>
    <p:extLst>
      <p:ext uri="{BB962C8B-B14F-4D97-AF65-F5344CB8AC3E}">
        <p14:creationId xmlns:p14="http://schemas.microsoft.com/office/powerpoint/2010/main" val="55887997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C730521-F49E-447B-B62D-C07FEC0E113F}" type="datetimeFigureOut">
              <a:rPr lang="en-IN" smtClean="0"/>
              <a:t>20-07-2026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6C9905D-B9FF-4D77-90D1-9C504AA4E8CC}" type="slidenum">
              <a:rPr lang="en-IN" smtClean="0"/>
              <a:t>‹#›</a:t>
            </a:fld>
            <a:endParaRPr lang="en-IN"/>
          </a:p>
        </p:txBody>
      </p:sp>
    </p:spTree>
    <p:extLst>
      <p:ext uri="{BB962C8B-B14F-4D97-AF65-F5344CB8AC3E}">
        <p14:creationId xmlns:p14="http://schemas.microsoft.com/office/powerpoint/2010/main" val="263896880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C730521-F49E-447B-B62D-C07FEC0E113F}" type="datetimeFigureOut">
              <a:rPr lang="en-IN" smtClean="0"/>
              <a:t>20-07-2026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6C9905D-B9FF-4D77-90D1-9C504AA4E8CC}" type="slidenum">
              <a:rPr lang="en-IN" smtClean="0"/>
              <a:t>‹#›</a:t>
            </a:fld>
            <a:endParaRPr lang="en-IN"/>
          </a:p>
        </p:txBody>
      </p:sp>
    </p:spTree>
    <p:extLst>
      <p:ext uri="{BB962C8B-B14F-4D97-AF65-F5344CB8AC3E}">
        <p14:creationId xmlns:p14="http://schemas.microsoft.com/office/powerpoint/2010/main" val="237348935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C730521-F49E-447B-B62D-C07FEC0E113F}" type="datetimeFigureOut">
              <a:rPr lang="en-IN" smtClean="0"/>
              <a:t>20-07-2026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6C9905D-B9FF-4D77-90D1-9C504AA4E8CC}" type="slidenum">
              <a:rPr lang="en-IN" smtClean="0"/>
              <a:t>‹#›</a:t>
            </a:fld>
            <a:endParaRPr lang="en-IN"/>
          </a:p>
        </p:txBody>
      </p:sp>
    </p:spTree>
    <p:extLst>
      <p:ext uri="{BB962C8B-B14F-4D97-AF65-F5344CB8AC3E}">
        <p14:creationId xmlns:p14="http://schemas.microsoft.com/office/powerpoint/2010/main" val="35670782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335277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6515" y="2130426"/>
            <a:ext cx="7780505" cy="1470025"/>
          </a:xfrm>
        </p:spPr>
        <p:txBody>
          <a:bodyPr/>
          <a:lstStyle/>
          <a:p>
            <a:r>
              <a:rPr lang="en-US"/>
              <a:t>Click to edit Master title style</a:t>
            </a:r>
          </a:p>
        </p:txBody>
      </p:sp>
      <p:sp>
        <p:nvSpPr>
          <p:cNvPr id="3" name="Subtitle 2"/>
          <p:cNvSpPr>
            <a:spLocks noGrp="1"/>
          </p:cNvSpPr>
          <p:nvPr>
            <p:ph type="subTitle" idx="1"/>
          </p:nvPr>
        </p:nvSpPr>
        <p:spPr>
          <a:xfrm>
            <a:off x="1373030" y="3886200"/>
            <a:ext cx="6407474"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6174884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0873388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3066" y="4406901"/>
            <a:ext cx="7780505"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3066" y="2906713"/>
            <a:ext cx="7780505"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7516211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677" y="1600201"/>
            <a:ext cx="4042811"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53047" y="1600201"/>
            <a:ext cx="4042811"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7797831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677" y="1535113"/>
            <a:ext cx="4044401"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677" y="2174875"/>
            <a:ext cx="4044401"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9869" y="1535113"/>
            <a:ext cx="404599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9869" y="2174875"/>
            <a:ext cx="404599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9720980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5838533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1016860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677" y="273050"/>
            <a:ext cx="3011450"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8778" y="273051"/>
            <a:ext cx="511708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677" y="1435101"/>
            <a:ext cx="3011450"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0237961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4157" y="4800600"/>
            <a:ext cx="5492121"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4157" y="612775"/>
            <a:ext cx="5492121"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4157" y="5367338"/>
            <a:ext cx="5492121"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8701224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6623457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36313" y="274639"/>
            <a:ext cx="2059545"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677" y="274639"/>
            <a:ext cx="6026077"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219997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3.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2.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4.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826CC7C-A779-D25B-2391-9A8B6BDB2E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F90EE4E-576B-004E-049A-9A11DE9AFC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091F9F8-2B7D-A88F-91A7-D0978CE0F6C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C730521-F49E-447B-B62D-C07FEC0E113F}" type="datetimeFigureOut">
              <a:rPr lang="en-IN" smtClean="0"/>
              <a:t>20-07-2026</a:t>
            </a:fld>
            <a:endParaRPr lang="en-IN"/>
          </a:p>
        </p:txBody>
      </p:sp>
      <p:sp>
        <p:nvSpPr>
          <p:cNvPr id="5" name="Footer Placeholder 4">
            <a:extLst>
              <a:ext uri="{FF2B5EF4-FFF2-40B4-BE49-F238E27FC236}">
                <a16:creationId xmlns:a16="http://schemas.microsoft.com/office/drawing/2014/main" id="{820E94B1-7F15-BB42-641D-9E1720DAD6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FA8372B-D8A9-506D-735E-99C09EE8816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C9905D-B9FF-4D77-90D1-9C504AA4E8CC}" type="slidenum">
              <a:rPr lang="en-IN" smtClean="0"/>
              <a:t>‹#›</a:t>
            </a:fld>
            <a:endParaRPr lang="en-IN"/>
          </a:p>
        </p:txBody>
      </p:sp>
    </p:spTree>
    <p:extLst>
      <p:ext uri="{BB962C8B-B14F-4D97-AF65-F5344CB8AC3E}">
        <p14:creationId xmlns:p14="http://schemas.microsoft.com/office/powerpoint/2010/main" val="14798261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04095451"/>
      </p:ext>
    </p:extLst>
  </p:cSld>
  <p:clrMap bg1="lt1" tx1="dk1" bg2="lt2" tx2="dk2" accent1="accent1" accent2="accent2" accent3="accent3" accent4="accent4" accent5="accent5" accent6="accent6" hlink="hlink" folHlink="folHlink"/>
  <p:sldLayoutIdLst>
    <p:sldLayoutId id="2147483661"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BC730521-F49E-447B-B62D-C07FEC0E113F}" type="datetimeFigureOut">
              <a:rPr lang="en-IN" smtClean="0"/>
              <a:t>20-07-2026</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56C9905D-B9FF-4D77-90D1-9C504AA4E8CC}"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2569129"/>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677" y="274638"/>
            <a:ext cx="8238181"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677" y="1600201"/>
            <a:ext cx="8238181"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677" y="6356351"/>
            <a:ext cx="2135825"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7/20/2026</a:t>
            </a:fld>
            <a:endParaRPr lang="en-US"/>
          </a:p>
        </p:txBody>
      </p:sp>
      <p:sp>
        <p:nvSpPr>
          <p:cNvPr id="5" name="Footer Placeholder 4"/>
          <p:cNvSpPr>
            <a:spLocks noGrp="1"/>
          </p:cNvSpPr>
          <p:nvPr>
            <p:ph type="ftr" sz="quarter" idx="3"/>
          </p:nvPr>
        </p:nvSpPr>
        <p:spPr>
          <a:xfrm>
            <a:off x="3127458" y="6356351"/>
            <a:ext cx="2898619"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60033" y="6356351"/>
            <a:ext cx="2135825"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831835994"/>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3.xml"/><Relationship Id="rId7" Type="http://schemas.openxmlformats.org/officeDocument/2006/relationships/image" Target="../media/image12.png"/><Relationship Id="rId2" Type="http://schemas.openxmlformats.org/officeDocument/2006/relationships/diagramData" Target="../diagrams/data3.xml"/><Relationship Id="rId1" Type="http://schemas.openxmlformats.org/officeDocument/2006/relationships/slideLayout" Target="../slideLayouts/slideLayout1.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24.xml"/><Relationship Id="rId5" Type="http://schemas.openxmlformats.org/officeDocument/2006/relationships/image" Target="../media/image17.png"/><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24.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25.png"/><Relationship Id="rId2" Type="http://schemas.openxmlformats.org/officeDocument/2006/relationships/notesSlide" Target="../notesSlides/notesSlide5.xml"/><Relationship Id="rId1" Type="http://schemas.openxmlformats.org/officeDocument/2006/relationships/slideLayout" Target="../slideLayouts/slideLayout24.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16.png"/></Relationships>
</file>

<file path=ppt/slides/_rels/slide23.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37.png"/><Relationship Id="rId3" Type="http://schemas.openxmlformats.org/officeDocument/2006/relationships/image" Target="../media/image27.png"/><Relationship Id="rId7" Type="http://schemas.openxmlformats.org/officeDocument/2006/relationships/image" Target="../media/image31.png"/><Relationship Id="rId12" Type="http://schemas.openxmlformats.org/officeDocument/2006/relationships/image" Target="../media/image36.png"/><Relationship Id="rId17" Type="http://schemas.openxmlformats.org/officeDocument/2006/relationships/image" Target="../media/image41.png"/><Relationship Id="rId2" Type="http://schemas.openxmlformats.org/officeDocument/2006/relationships/image" Target="../media/image26.png"/><Relationship Id="rId16" Type="http://schemas.openxmlformats.org/officeDocument/2006/relationships/image" Target="../media/image40.png"/><Relationship Id="rId1" Type="http://schemas.openxmlformats.org/officeDocument/2006/relationships/slideLayout" Target="../slideLayouts/slideLayout31.xml"/><Relationship Id="rId6" Type="http://schemas.openxmlformats.org/officeDocument/2006/relationships/image" Target="../media/image30.png"/><Relationship Id="rId11" Type="http://schemas.openxmlformats.org/officeDocument/2006/relationships/image" Target="../media/image35.png"/><Relationship Id="rId5" Type="http://schemas.openxmlformats.org/officeDocument/2006/relationships/image" Target="../media/image29.png"/><Relationship Id="rId15" Type="http://schemas.openxmlformats.org/officeDocument/2006/relationships/image" Target="../media/image39.png"/><Relationship Id="rId10" Type="http://schemas.openxmlformats.org/officeDocument/2006/relationships/image" Target="../media/image34.png"/><Relationship Id="rId4" Type="http://schemas.openxmlformats.org/officeDocument/2006/relationships/image" Target="../media/image28.png"/><Relationship Id="rId9" Type="http://schemas.openxmlformats.org/officeDocument/2006/relationships/image" Target="../media/image33.png"/><Relationship Id="rId14" Type="http://schemas.openxmlformats.org/officeDocument/2006/relationships/image" Target="../media/image38.png"/></Relationships>
</file>

<file path=ppt/slides/_rels/slide24.xml.rels><?xml version="1.0" encoding="UTF-8" standalone="yes"?>
<Relationships xmlns="http://schemas.openxmlformats.org/package/2006/relationships"><Relationship Id="rId8" Type="http://schemas.openxmlformats.org/officeDocument/2006/relationships/image" Target="../media/image48.png"/><Relationship Id="rId13" Type="http://schemas.openxmlformats.org/officeDocument/2006/relationships/image" Target="../media/image53.png"/><Relationship Id="rId3" Type="http://schemas.openxmlformats.org/officeDocument/2006/relationships/image" Target="../media/image43.png"/><Relationship Id="rId7" Type="http://schemas.openxmlformats.org/officeDocument/2006/relationships/image" Target="../media/image47.png"/><Relationship Id="rId12" Type="http://schemas.openxmlformats.org/officeDocument/2006/relationships/image" Target="../media/image52.png"/><Relationship Id="rId2" Type="http://schemas.openxmlformats.org/officeDocument/2006/relationships/image" Target="../media/image42.png"/><Relationship Id="rId1" Type="http://schemas.openxmlformats.org/officeDocument/2006/relationships/slideLayout" Target="../slideLayouts/slideLayout31.xml"/><Relationship Id="rId6" Type="http://schemas.openxmlformats.org/officeDocument/2006/relationships/image" Target="../media/image46.png"/><Relationship Id="rId11" Type="http://schemas.openxmlformats.org/officeDocument/2006/relationships/image" Target="../media/image51.png"/><Relationship Id="rId5" Type="http://schemas.openxmlformats.org/officeDocument/2006/relationships/image" Target="../media/image45.png"/><Relationship Id="rId15" Type="http://schemas.openxmlformats.org/officeDocument/2006/relationships/image" Target="../media/image55.png"/><Relationship Id="rId10" Type="http://schemas.openxmlformats.org/officeDocument/2006/relationships/image" Target="../media/image50.png"/><Relationship Id="rId4" Type="http://schemas.openxmlformats.org/officeDocument/2006/relationships/image" Target="../media/image44.png"/><Relationship Id="rId9" Type="http://schemas.openxmlformats.org/officeDocument/2006/relationships/image" Target="../media/image49.png"/><Relationship Id="rId14" Type="http://schemas.openxmlformats.org/officeDocument/2006/relationships/image" Target="../media/image54.png"/></Relationships>
</file>

<file path=ppt/slides/_rels/slide25.xml.rels><?xml version="1.0" encoding="UTF-8" standalone="yes"?>
<Relationships xmlns="http://schemas.openxmlformats.org/package/2006/relationships"><Relationship Id="rId8" Type="http://schemas.openxmlformats.org/officeDocument/2006/relationships/image" Target="../media/image62.png"/><Relationship Id="rId13" Type="http://schemas.openxmlformats.org/officeDocument/2006/relationships/image" Target="../media/image67.png"/><Relationship Id="rId18" Type="http://schemas.openxmlformats.org/officeDocument/2006/relationships/image" Target="../media/image71.png"/><Relationship Id="rId3" Type="http://schemas.openxmlformats.org/officeDocument/2006/relationships/image" Target="../media/image57.png"/><Relationship Id="rId7" Type="http://schemas.openxmlformats.org/officeDocument/2006/relationships/image" Target="../media/image61.png"/><Relationship Id="rId12" Type="http://schemas.openxmlformats.org/officeDocument/2006/relationships/image" Target="../media/image66.png"/><Relationship Id="rId17" Type="http://schemas.openxmlformats.org/officeDocument/2006/relationships/image" Target="../media/image70.png"/><Relationship Id="rId2" Type="http://schemas.openxmlformats.org/officeDocument/2006/relationships/image" Target="../media/image56.png"/><Relationship Id="rId16" Type="http://schemas.openxmlformats.org/officeDocument/2006/relationships/image" Target="../media/image41.png"/><Relationship Id="rId20" Type="http://schemas.openxmlformats.org/officeDocument/2006/relationships/image" Target="../media/image73.png"/><Relationship Id="rId1" Type="http://schemas.openxmlformats.org/officeDocument/2006/relationships/slideLayout" Target="../slideLayouts/slideLayout31.xml"/><Relationship Id="rId6" Type="http://schemas.openxmlformats.org/officeDocument/2006/relationships/image" Target="../media/image60.png"/><Relationship Id="rId11" Type="http://schemas.openxmlformats.org/officeDocument/2006/relationships/image" Target="../media/image65.png"/><Relationship Id="rId5" Type="http://schemas.openxmlformats.org/officeDocument/2006/relationships/image" Target="../media/image59.png"/><Relationship Id="rId15" Type="http://schemas.openxmlformats.org/officeDocument/2006/relationships/image" Target="../media/image69.png"/><Relationship Id="rId10" Type="http://schemas.openxmlformats.org/officeDocument/2006/relationships/image" Target="../media/image64.png"/><Relationship Id="rId19" Type="http://schemas.openxmlformats.org/officeDocument/2006/relationships/image" Target="../media/image72.png"/><Relationship Id="rId4" Type="http://schemas.openxmlformats.org/officeDocument/2006/relationships/image" Target="../media/image58.png"/><Relationship Id="rId9" Type="http://schemas.openxmlformats.org/officeDocument/2006/relationships/image" Target="../media/image63.png"/><Relationship Id="rId14" Type="http://schemas.openxmlformats.org/officeDocument/2006/relationships/image" Target="../media/image68.png"/></Relationships>
</file>

<file path=ppt/slides/_rels/slide26.xml.rels><?xml version="1.0" encoding="UTF-8" standalone="yes"?>
<Relationships xmlns="http://schemas.openxmlformats.org/package/2006/relationships"><Relationship Id="rId8" Type="http://schemas.openxmlformats.org/officeDocument/2006/relationships/image" Target="../media/image80.png"/><Relationship Id="rId13" Type="http://schemas.openxmlformats.org/officeDocument/2006/relationships/image" Target="../media/image85.png"/><Relationship Id="rId3" Type="http://schemas.openxmlformats.org/officeDocument/2006/relationships/image" Target="../media/image75.png"/><Relationship Id="rId7" Type="http://schemas.openxmlformats.org/officeDocument/2006/relationships/image" Target="../media/image79.png"/><Relationship Id="rId12" Type="http://schemas.openxmlformats.org/officeDocument/2006/relationships/image" Target="../media/image84.png"/><Relationship Id="rId2" Type="http://schemas.openxmlformats.org/officeDocument/2006/relationships/image" Target="../media/image74.png"/><Relationship Id="rId1" Type="http://schemas.openxmlformats.org/officeDocument/2006/relationships/slideLayout" Target="../slideLayouts/slideLayout19.xml"/><Relationship Id="rId6" Type="http://schemas.openxmlformats.org/officeDocument/2006/relationships/image" Target="../media/image78.png"/><Relationship Id="rId11" Type="http://schemas.openxmlformats.org/officeDocument/2006/relationships/image" Target="../media/image83.png"/><Relationship Id="rId5" Type="http://schemas.openxmlformats.org/officeDocument/2006/relationships/image" Target="../media/image77.png"/><Relationship Id="rId15" Type="http://schemas.openxmlformats.org/officeDocument/2006/relationships/image" Target="../media/image87.png"/><Relationship Id="rId10" Type="http://schemas.openxmlformats.org/officeDocument/2006/relationships/image" Target="../media/image82.png"/><Relationship Id="rId4" Type="http://schemas.openxmlformats.org/officeDocument/2006/relationships/image" Target="../media/image76.png"/><Relationship Id="rId9" Type="http://schemas.openxmlformats.org/officeDocument/2006/relationships/image" Target="../media/image81.png"/><Relationship Id="rId14" Type="http://schemas.openxmlformats.org/officeDocument/2006/relationships/image" Target="../media/image86.png"/></Relationships>
</file>

<file path=ppt/slides/_rels/slide27.xml.rels><?xml version="1.0" encoding="UTF-8" standalone="yes"?>
<Relationships xmlns="http://schemas.openxmlformats.org/package/2006/relationships"><Relationship Id="rId8" Type="http://schemas.openxmlformats.org/officeDocument/2006/relationships/image" Target="../media/image94.png"/><Relationship Id="rId13" Type="http://schemas.openxmlformats.org/officeDocument/2006/relationships/image" Target="../media/image99.png"/><Relationship Id="rId18" Type="http://schemas.openxmlformats.org/officeDocument/2006/relationships/image" Target="../media/image104.png"/><Relationship Id="rId26" Type="http://schemas.openxmlformats.org/officeDocument/2006/relationships/image" Target="../media/image112.png"/><Relationship Id="rId3" Type="http://schemas.openxmlformats.org/officeDocument/2006/relationships/image" Target="../media/image89.png"/><Relationship Id="rId21" Type="http://schemas.openxmlformats.org/officeDocument/2006/relationships/image" Target="../media/image107.png"/><Relationship Id="rId7" Type="http://schemas.openxmlformats.org/officeDocument/2006/relationships/image" Target="../media/image93.png"/><Relationship Id="rId12" Type="http://schemas.openxmlformats.org/officeDocument/2006/relationships/image" Target="../media/image98.png"/><Relationship Id="rId17" Type="http://schemas.openxmlformats.org/officeDocument/2006/relationships/image" Target="../media/image103.png"/><Relationship Id="rId25" Type="http://schemas.openxmlformats.org/officeDocument/2006/relationships/image" Target="../media/image111.png"/><Relationship Id="rId2" Type="http://schemas.openxmlformats.org/officeDocument/2006/relationships/image" Target="../media/image88.png"/><Relationship Id="rId16" Type="http://schemas.openxmlformats.org/officeDocument/2006/relationships/image" Target="../media/image102.png"/><Relationship Id="rId20" Type="http://schemas.openxmlformats.org/officeDocument/2006/relationships/image" Target="../media/image106.png"/><Relationship Id="rId29" Type="http://schemas.openxmlformats.org/officeDocument/2006/relationships/image" Target="../media/image115.png"/><Relationship Id="rId1" Type="http://schemas.openxmlformats.org/officeDocument/2006/relationships/slideLayout" Target="../slideLayouts/slideLayout19.xml"/><Relationship Id="rId6" Type="http://schemas.openxmlformats.org/officeDocument/2006/relationships/image" Target="../media/image92.png"/><Relationship Id="rId11" Type="http://schemas.openxmlformats.org/officeDocument/2006/relationships/image" Target="../media/image97.png"/><Relationship Id="rId24" Type="http://schemas.openxmlformats.org/officeDocument/2006/relationships/image" Target="../media/image110.png"/><Relationship Id="rId5" Type="http://schemas.openxmlformats.org/officeDocument/2006/relationships/image" Target="../media/image91.png"/><Relationship Id="rId15" Type="http://schemas.openxmlformats.org/officeDocument/2006/relationships/image" Target="../media/image101.png"/><Relationship Id="rId23" Type="http://schemas.openxmlformats.org/officeDocument/2006/relationships/image" Target="../media/image109.png"/><Relationship Id="rId28" Type="http://schemas.openxmlformats.org/officeDocument/2006/relationships/image" Target="../media/image114.png"/><Relationship Id="rId10" Type="http://schemas.openxmlformats.org/officeDocument/2006/relationships/image" Target="../media/image96.png"/><Relationship Id="rId19" Type="http://schemas.openxmlformats.org/officeDocument/2006/relationships/image" Target="../media/image105.png"/><Relationship Id="rId31" Type="http://schemas.openxmlformats.org/officeDocument/2006/relationships/image" Target="../media/image117.png"/><Relationship Id="rId4" Type="http://schemas.openxmlformats.org/officeDocument/2006/relationships/image" Target="../media/image90.png"/><Relationship Id="rId9" Type="http://schemas.openxmlformats.org/officeDocument/2006/relationships/image" Target="../media/image95.png"/><Relationship Id="rId14" Type="http://schemas.openxmlformats.org/officeDocument/2006/relationships/image" Target="../media/image100.png"/><Relationship Id="rId22" Type="http://schemas.openxmlformats.org/officeDocument/2006/relationships/image" Target="../media/image108.png"/><Relationship Id="rId27" Type="http://schemas.openxmlformats.org/officeDocument/2006/relationships/image" Target="../media/image113.png"/><Relationship Id="rId30" Type="http://schemas.openxmlformats.org/officeDocument/2006/relationships/image" Target="../media/image116.png"/></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118.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7895A40-19A4-42D6-9D30-DBC1E8002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2F429C4-ABC9-46FC-818A-B5429CDE4A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270325" y="3369273"/>
            <a:ext cx="32004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CEF98E4-3709-4952-8F42-2305CCE34F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374475" y="1040470"/>
            <a:ext cx="6858003" cy="477704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F10BCCF5-D685-47FF-B675-647EAEB72C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7914" y="857786"/>
            <a:ext cx="11067024" cy="520893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942121-0345-4882-71F8-25D6EB2BCB75}"/>
              </a:ext>
            </a:extLst>
          </p:cNvPr>
          <p:cNvSpPr>
            <a:spLocks noGrp="1"/>
          </p:cNvSpPr>
          <p:nvPr>
            <p:ph type="ctrTitle"/>
          </p:nvPr>
        </p:nvSpPr>
        <p:spPr>
          <a:xfrm>
            <a:off x="1340619" y="2528221"/>
            <a:ext cx="8462857" cy="1435442"/>
          </a:xfrm>
        </p:spPr>
        <p:txBody>
          <a:bodyPr anchor="t">
            <a:normAutofit/>
          </a:bodyPr>
          <a:lstStyle/>
          <a:p>
            <a:pPr algn="l"/>
            <a:r>
              <a:rPr lang="en-US" sz="8800" dirty="0">
                <a:latin typeface="Times New Roman" panose="02020603050405020304" pitchFamily="18" charset="0"/>
                <a:cs typeface="Times New Roman" panose="02020603050405020304" pitchFamily="18" charset="0"/>
              </a:rPr>
              <a:t>DevOps Lifecycle</a:t>
            </a:r>
            <a:endParaRPr lang="en-IN" sz="8800" dirty="0">
              <a:latin typeface="Times New Roman" panose="02020603050405020304" pitchFamily="18" charset="0"/>
              <a:cs typeface="Times New Roman" panose="02020603050405020304" pitchFamily="18" charset="0"/>
            </a:endParaRPr>
          </a:p>
        </p:txBody>
      </p:sp>
      <p:sp>
        <p:nvSpPr>
          <p:cNvPr id="16" name="Rectangle 15">
            <a:extLst>
              <a:ext uri="{FF2B5EF4-FFF2-40B4-BE49-F238E27FC236}">
                <a16:creationId xmlns:a16="http://schemas.microsoft.com/office/drawing/2014/main" id="{B0EE8A42-107A-4D4C-8D56-BBAE95C7FC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524009" y="3366125"/>
            <a:ext cx="32004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313426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9A724DBA-D2D9-471E-8ED7-2015DDD950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DE588D8-AF0A-A085-D940-AC202D2DC6AB}"/>
              </a:ext>
            </a:extLst>
          </p:cNvPr>
          <p:cNvSpPr>
            <a:spLocks noGrp="1"/>
          </p:cNvSpPr>
          <p:nvPr>
            <p:ph type="title"/>
          </p:nvPr>
        </p:nvSpPr>
        <p:spPr>
          <a:xfrm>
            <a:off x="7239014" y="525982"/>
            <a:ext cx="4282983" cy="1200361"/>
          </a:xfrm>
        </p:spPr>
        <p:txBody>
          <a:bodyPr anchor="b">
            <a:normAutofit/>
          </a:bodyPr>
          <a:lstStyle/>
          <a:p>
            <a:r>
              <a:rPr lang="en-US" b="1" dirty="0">
                <a:solidFill>
                  <a:srgbClr val="FF0000"/>
                </a:solidFill>
                <a:latin typeface="Times New Roman" panose="02020603050405020304" pitchFamily="18" charset="0"/>
                <a:cs typeface="Times New Roman" panose="02020603050405020304" pitchFamily="18" charset="0"/>
              </a:rPr>
              <a:t>PLANNING</a:t>
            </a:r>
            <a:endParaRPr lang="en-IN" b="1" dirty="0">
              <a:solidFill>
                <a:srgbClr val="FF0000"/>
              </a:solidFill>
              <a:latin typeface="Times New Roman" panose="02020603050405020304" pitchFamily="18" charset="0"/>
              <a:cs typeface="Times New Roman" panose="02020603050405020304" pitchFamily="18" charset="0"/>
            </a:endParaRPr>
          </a:p>
        </p:txBody>
      </p:sp>
      <p:sp>
        <p:nvSpPr>
          <p:cNvPr id="35" name="Rectangle 34">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4641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0234"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File:Devops-toolchain.svg - Wikimedia Commons">
            <a:extLst>
              <a:ext uri="{FF2B5EF4-FFF2-40B4-BE49-F238E27FC236}">
                <a16:creationId xmlns:a16="http://schemas.microsoft.com/office/drawing/2014/main" id="{E33675FB-065B-663A-F062-969362684E2D}"/>
              </a:ext>
            </a:extLst>
          </p:cNvPr>
          <p:cNvPicPr>
            <a:picLocks noChangeAspect="1"/>
          </p:cNvPicPr>
          <p:nvPr/>
        </p:nvPicPr>
        <p:blipFill>
          <a:blip r:embed="rId2"/>
          <a:stretch>
            <a:fillRect/>
          </a:stretch>
        </p:blipFill>
        <p:spPr>
          <a:xfrm>
            <a:off x="381837" y="1605289"/>
            <a:ext cx="6006763" cy="3408838"/>
          </a:xfrm>
          <a:prstGeom prst="rect">
            <a:avLst/>
          </a:prstGeom>
        </p:spPr>
      </p:pic>
      <p:sp>
        <p:nvSpPr>
          <p:cNvPr id="39" name="Rectangle 38">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277786"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a:extLst>
              <a:ext uri="{FF2B5EF4-FFF2-40B4-BE49-F238E27FC236}">
                <a16:creationId xmlns:a16="http://schemas.microsoft.com/office/drawing/2014/main" id="{0E5E3D8B-8EFB-04AE-9BF8-05CDF5F79DBD}"/>
              </a:ext>
            </a:extLst>
          </p:cNvPr>
          <p:cNvSpPr>
            <a:spLocks noGrp="1"/>
          </p:cNvSpPr>
          <p:nvPr>
            <p:ph idx="1"/>
          </p:nvPr>
        </p:nvSpPr>
        <p:spPr>
          <a:xfrm>
            <a:off x="7147974" y="2252325"/>
            <a:ext cx="4282984" cy="1867844"/>
          </a:xfrm>
        </p:spPr>
        <p:txBody>
          <a:bodyPr anchor="ctr">
            <a:normAutofit/>
          </a:bodyPr>
          <a:lstStyle/>
          <a:p>
            <a:pPr marL="0" indent="0">
              <a:buNone/>
            </a:pPr>
            <a:r>
              <a:rPr lang="en-IN" sz="2400" dirty="0">
                <a:latin typeface="Times New Roman" panose="02020603050405020304" pitchFamily="18" charset="0"/>
                <a:cs typeface="Times New Roman" panose="02020603050405020304" pitchFamily="18" charset="0"/>
              </a:rPr>
              <a:t>Planning is the first stage where project goals, requirements, and tasks are defined before development begins.</a:t>
            </a:r>
            <a:endParaRPr lang="en-US" sz="2400" dirty="0">
              <a:latin typeface="Times New Roman" panose="02020603050405020304" pitchFamily="18" charset="0"/>
              <a:cs typeface="Times New Roman" panose="02020603050405020304" pitchFamily="18" charset="0"/>
            </a:endParaRPr>
          </a:p>
        </p:txBody>
      </p:sp>
      <p:sp>
        <p:nvSpPr>
          <p:cNvPr id="41" name="Rectangle 40">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677179"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904055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61EF13C-5B2E-B444-8C2F-023CF376F65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50F9987-CAB0-7C79-2E8D-79DEDD249D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0477359-BA62-D1FC-BD0D-7B68D5A35E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270325" y="3369273"/>
            <a:ext cx="32004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ABDAC3-2E66-DC7D-6176-9FC48D736D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374475" y="1040470"/>
            <a:ext cx="6858003" cy="477704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DC4C6B2F-033E-FC87-F3F8-6A0DA6B5C4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7914" y="857786"/>
            <a:ext cx="11067024" cy="520893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F95194F2-AA89-936A-7BEA-DD2087FBE9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524009" y="3366125"/>
            <a:ext cx="32004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6">
            <a:extLst>
              <a:ext uri="{FF2B5EF4-FFF2-40B4-BE49-F238E27FC236}">
                <a16:creationId xmlns:a16="http://schemas.microsoft.com/office/drawing/2014/main" id="{055391BC-F965-4E31-4383-EAD94792CAB4}"/>
              </a:ext>
            </a:extLst>
          </p:cNvPr>
          <p:cNvGraphicFramePr>
            <a:graphicFrameLocks/>
          </p:cNvGraphicFramePr>
          <p:nvPr>
            <p:extLst>
              <p:ext uri="{D42A27DB-BD31-4B8C-83A1-F6EECF244321}">
                <p14:modId xmlns:p14="http://schemas.microsoft.com/office/powerpoint/2010/main" val="1301482677"/>
              </p:ext>
            </p:extLst>
          </p:nvPr>
        </p:nvGraphicFramePr>
        <p:xfrm>
          <a:off x="507368" y="1561782"/>
          <a:ext cx="10820400" cy="37337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127835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C18627B-0942-7F2B-F371-5B754F9BEF62}"/>
            </a:ext>
          </a:extLst>
        </p:cNvPr>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9C7E0A2C-7C0A-4AAC-B3B0-6C12B2EBAE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51871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1"/>
            <a:ext cx="10999072" cy="539995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8" name="Straight Connector 37">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29769"/>
            <a:ext cx="11000232"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Title 9">
            <a:extLst>
              <a:ext uri="{FF2B5EF4-FFF2-40B4-BE49-F238E27FC236}">
                <a16:creationId xmlns:a16="http://schemas.microsoft.com/office/drawing/2014/main" id="{90B5FD16-367C-06E2-06FB-25E208C43AE0}"/>
              </a:ext>
            </a:extLst>
          </p:cNvPr>
          <p:cNvSpPr txBox="1">
            <a:spLocks/>
          </p:cNvSpPr>
          <p:nvPr/>
        </p:nvSpPr>
        <p:spPr>
          <a:xfrm>
            <a:off x="839788" y="365125"/>
            <a:ext cx="10515600"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800" dirty="0">
                <a:latin typeface="Times New Roman" panose="02020603050405020304" pitchFamily="18" charset="0"/>
                <a:cs typeface="Times New Roman" panose="02020603050405020304" pitchFamily="18" charset="0"/>
              </a:rPr>
              <a:t>Why Planning is Important?</a:t>
            </a:r>
            <a:endParaRPr lang="en-IN" sz="4800" dirty="0">
              <a:latin typeface="Times New Roman" panose="02020603050405020304" pitchFamily="18" charset="0"/>
              <a:cs typeface="Times New Roman" panose="02020603050405020304" pitchFamily="18" charset="0"/>
            </a:endParaRPr>
          </a:p>
        </p:txBody>
      </p:sp>
      <p:sp>
        <p:nvSpPr>
          <p:cNvPr id="6" name="Text Placeholder 10">
            <a:extLst>
              <a:ext uri="{FF2B5EF4-FFF2-40B4-BE49-F238E27FC236}">
                <a16:creationId xmlns:a16="http://schemas.microsoft.com/office/drawing/2014/main" id="{40D4FFB3-2C47-C910-A486-E6B049EC3511}"/>
              </a:ext>
            </a:extLst>
          </p:cNvPr>
          <p:cNvSpPr txBox="1">
            <a:spLocks/>
          </p:cNvSpPr>
          <p:nvPr/>
        </p:nvSpPr>
        <p:spPr>
          <a:xfrm>
            <a:off x="1742064" y="2055812"/>
            <a:ext cx="2982246" cy="51947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2800" dirty="0">
                <a:solidFill>
                  <a:srgbClr val="FF0000"/>
                </a:solidFill>
                <a:latin typeface="Times New Roman" panose="02020603050405020304" pitchFamily="18" charset="0"/>
                <a:cs typeface="Times New Roman" panose="02020603050405020304" pitchFamily="18" charset="0"/>
              </a:rPr>
              <a:t>Without Planning</a:t>
            </a:r>
            <a:endParaRPr lang="en-IN" sz="2800" dirty="0">
              <a:solidFill>
                <a:srgbClr val="FF0000"/>
              </a:solidFill>
              <a:latin typeface="Times New Roman" panose="02020603050405020304" pitchFamily="18" charset="0"/>
              <a:cs typeface="Times New Roman" panose="02020603050405020304" pitchFamily="18" charset="0"/>
            </a:endParaRPr>
          </a:p>
        </p:txBody>
      </p:sp>
      <p:sp>
        <p:nvSpPr>
          <p:cNvPr id="7" name="Content Placeholder 11">
            <a:extLst>
              <a:ext uri="{FF2B5EF4-FFF2-40B4-BE49-F238E27FC236}">
                <a16:creationId xmlns:a16="http://schemas.microsoft.com/office/drawing/2014/main" id="{E61D7FCE-68A7-7177-997D-4991F072A994}"/>
              </a:ext>
            </a:extLst>
          </p:cNvPr>
          <p:cNvSpPr txBox="1">
            <a:spLocks/>
          </p:cNvSpPr>
          <p:nvPr/>
        </p:nvSpPr>
        <p:spPr>
          <a:xfrm>
            <a:off x="1840487" y="2820580"/>
            <a:ext cx="3615177" cy="236656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latin typeface="Times New Roman" panose="02020603050405020304" pitchFamily="18" charset="0"/>
                <a:cs typeface="Times New Roman" panose="02020603050405020304" pitchFamily="18" charset="0"/>
              </a:rPr>
              <a:t>Confused team </a:t>
            </a:r>
          </a:p>
          <a:p>
            <a:r>
              <a:rPr lang="en-IN" dirty="0">
                <a:latin typeface="Times New Roman" panose="02020603050405020304" pitchFamily="18" charset="0"/>
                <a:cs typeface="Times New Roman" panose="02020603050405020304" pitchFamily="18" charset="0"/>
              </a:rPr>
              <a:t>Missed deadlines </a:t>
            </a:r>
          </a:p>
          <a:p>
            <a:r>
              <a:rPr lang="en-IN" dirty="0">
                <a:latin typeface="Times New Roman" panose="02020603050405020304" pitchFamily="18" charset="0"/>
                <a:cs typeface="Times New Roman" panose="02020603050405020304" pitchFamily="18" charset="0"/>
              </a:rPr>
              <a:t>Budget overruns </a:t>
            </a:r>
          </a:p>
          <a:p>
            <a:r>
              <a:rPr lang="en-IN" dirty="0">
                <a:latin typeface="Times New Roman" panose="02020603050405020304" pitchFamily="18" charset="0"/>
                <a:cs typeface="Times New Roman" panose="02020603050405020304" pitchFamily="18" charset="0"/>
              </a:rPr>
              <a:t>Poor communication</a:t>
            </a:r>
          </a:p>
        </p:txBody>
      </p:sp>
      <p:sp>
        <p:nvSpPr>
          <p:cNvPr id="9" name="Text Placeholder 12">
            <a:extLst>
              <a:ext uri="{FF2B5EF4-FFF2-40B4-BE49-F238E27FC236}">
                <a16:creationId xmlns:a16="http://schemas.microsoft.com/office/drawing/2014/main" id="{F21C34A2-3CE0-FADB-A0E7-CFA3B96B9A72}"/>
              </a:ext>
            </a:extLst>
          </p:cNvPr>
          <p:cNvSpPr txBox="1">
            <a:spLocks/>
          </p:cNvSpPr>
          <p:nvPr/>
        </p:nvSpPr>
        <p:spPr>
          <a:xfrm>
            <a:off x="7071299" y="2076247"/>
            <a:ext cx="2996933" cy="51947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srgbClr val="00B050"/>
                </a:solidFill>
                <a:latin typeface="Times New Roman" panose="02020603050405020304" pitchFamily="18" charset="0"/>
                <a:cs typeface="Times New Roman" panose="02020603050405020304" pitchFamily="18" charset="0"/>
              </a:rPr>
              <a:t>With Planning</a:t>
            </a:r>
            <a:endParaRPr lang="en-IN" dirty="0">
              <a:solidFill>
                <a:srgbClr val="00B050"/>
              </a:solidFill>
              <a:latin typeface="Times New Roman" panose="02020603050405020304" pitchFamily="18" charset="0"/>
              <a:cs typeface="Times New Roman" panose="02020603050405020304" pitchFamily="18" charset="0"/>
            </a:endParaRPr>
          </a:p>
        </p:txBody>
      </p:sp>
      <p:sp>
        <p:nvSpPr>
          <p:cNvPr id="11" name="Content Placeholder 13">
            <a:extLst>
              <a:ext uri="{FF2B5EF4-FFF2-40B4-BE49-F238E27FC236}">
                <a16:creationId xmlns:a16="http://schemas.microsoft.com/office/drawing/2014/main" id="{30A83BE3-228B-8F0C-C9E2-014D9A3464E4}"/>
              </a:ext>
            </a:extLst>
          </p:cNvPr>
          <p:cNvSpPr txBox="1">
            <a:spLocks/>
          </p:cNvSpPr>
          <p:nvPr/>
        </p:nvSpPr>
        <p:spPr>
          <a:xfrm>
            <a:off x="7143174" y="2820580"/>
            <a:ext cx="3632981" cy="236656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latin typeface="Times New Roman" panose="02020603050405020304" pitchFamily="18" charset="0"/>
                <a:cs typeface="Times New Roman" panose="02020603050405020304" pitchFamily="18" charset="0"/>
              </a:rPr>
              <a:t>Clear roadmap </a:t>
            </a:r>
          </a:p>
          <a:p>
            <a:r>
              <a:rPr lang="en-IN" dirty="0">
                <a:latin typeface="Times New Roman" panose="02020603050405020304" pitchFamily="18" charset="0"/>
                <a:cs typeface="Times New Roman" panose="02020603050405020304" pitchFamily="18" charset="0"/>
              </a:rPr>
              <a:t>Better collaboration </a:t>
            </a:r>
          </a:p>
          <a:p>
            <a:r>
              <a:rPr lang="en-IN" dirty="0">
                <a:latin typeface="Times New Roman" panose="02020603050405020304" pitchFamily="18" charset="0"/>
                <a:cs typeface="Times New Roman" panose="02020603050405020304" pitchFamily="18" charset="0"/>
              </a:rPr>
              <a:t>On-time delivery </a:t>
            </a:r>
          </a:p>
          <a:p>
            <a:r>
              <a:rPr lang="en-IN" dirty="0">
                <a:latin typeface="Times New Roman" panose="02020603050405020304" pitchFamily="18" charset="0"/>
                <a:cs typeface="Times New Roman" panose="02020603050405020304" pitchFamily="18" charset="0"/>
              </a:rPr>
              <a:t>Higher productivity </a:t>
            </a:r>
          </a:p>
          <a:p>
            <a:endParaRPr lang="en-IN" dirty="0">
              <a:latin typeface="Times New Roman" panose="02020603050405020304" pitchFamily="18" charset="0"/>
              <a:cs typeface="Times New Roman" panose="02020603050405020304" pitchFamily="18" charset="0"/>
            </a:endParaRPr>
          </a:p>
        </p:txBody>
      </p:sp>
      <p:cxnSp>
        <p:nvCxnSpPr>
          <p:cNvPr id="19" name="Straight Connector 18">
            <a:extLst>
              <a:ext uri="{FF2B5EF4-FFF2-40B4-BE49-F238E27FC236}">
                <a16:creationId xmlns:a16="http://schemas.microsoft.com/office/drawing/2014/main" id="{C1695AFD-CDDB-9ECE-9727-F555D6E88B9D}"/>
              </a:ext>
            </a:extLst>
          </p:cNvPr>
          <p:cNvCxnSpPr>
            <a:cxnSpLocks/>
            <a:stCxn id="17" idx="0"/>
            <a:endCxn id="17" idx="2"/>
          </p:cNvCxnSpPr>
          <p:nvPr/>
        </p:nvCxnSpPr>
        <p:spPr>
          <a:xfrm>
            <a:off x="6002594" y="1769805"/>
            <a:ext cx="0" cy="3795195"/>
          </a:xfrm>
          <a:prstGeom prst="line">
            <a:avLst/>
          </a:prstGeom>
        </p:spPr>
        <p:style>
          <a:lnRef idx="1">
            <a:schemeClr val="dk1"/>
          </a:lnRef>
          <a:fillRef idx="0">
            <a:schemeClr val="dk1"/>
          </a:fillRef>
          <a:effectRef idx="0">
            <a:schemeClr val="dk1"/>
          </a:effectRef>
          <a:fontRef idx="minor">
            <a:schemeClr val="tx1"/>
          </a:fontRef>
        </p:style>
      </p:cxnSp>
      <p:sp>
        <p:nvSpPr>
          <p:cNvPr id="17" name="Rectangle 16">
            <a:extLst>
              <a:ext uri="{FF2B5EF4-FFF2-40B4-BE49-F238E27FC236}">
                <a16:creationId xmlns:a16="http://schemas.microsoft.com/office/drawing/2014/main" id="{B784AA57-E19B-E73D-A43B-DD76F0C96F3C}"/>
              </a:ext>
            </a:extLst>
          </p:cNvPr>
          <p:cNvSpPr/>
          <p:nvPr/>
        </p:nvSpPr>
        <p:spPr>
          <a:xfrm>
            <a:off x="1071716" y="1769805"/>
            <a:ext cx="9861755" cy="3795195"/>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34746597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0B10833-11AC-1BDA-84FB-80309AAB9BE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13FC136-DD73-2D16-65E2-216A687CF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768501F-48D7-5DBE-E766-AD357D451F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270325" y="3369273"/>
            <a:ext cx="32004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1EDF7B0-5866-231F-C0C4-08BC7B59E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374475" y="1040470"/>
            <a:ext cx="6858003" cy="477704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AB5A9E2E-8B40-BDB6-B578-83B807CCD8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7914" y="857786"/>
            <a:ext cx="11067024" cy="520893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051D347-E792-3E78-9A0B-3D897AF005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524009" y="3366125"/>
            <a:ext cx="32004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E0002F0-FD0F-C8CF-009C-5242B75FD63A}"/>
              </a:ext>
            </a:extLst>
          </p:cNvPr>
          <p:cNvSpPr txBox="1">
            <a:spLocks/>
          </p:cNvSpPr>
          <p:nvPr/>
        </p:nvSpPr>
        <p:spPr>
          <a:xfrm>
            <a:off x="938432" y="2487562"/>
            <a:ext cx="3689768" cy="172557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dirty="0">
                <a:latin typeface="Times New Roman" panose="02020603050405020304" pitchFamily="18" charset="0"/>
                <a:cs typeface="Times New Roman" panose="02020603050405020304" pitchFamily="18" charset="0"/>
              </a:rPr>
              <a:t>PLANNING TOOLS</a:t>
            </a:r>
            <a:endParaRPr lang="en-IN" sz="5400" dirty="0">
              <a:latin typeface="Times New Roman" panose="02020603050405020304" pitchFamily="18" charset="0"/>
              <a:cs typeface="Times New Roman" panose="02020603050405020304" pitchFamily="18" charset="0"/>
            </a:endParaRPr>
          </a:p>
        </p:txBody>
      </p:sp>
      <p:graphicFrame>
        <p:nvGraphicFramePr>
          <p:cNvPr id="3" name="Content Placeholder 3">
            <a:extLst>
              <a:ext uri="{FF2B5EF4-FFF2-40B4-BE49-F238E27FC236}">
                <a16:creationId xmlns:a16="http://schemas.microsoft.com/office/drawing/2014/main" id="{9909EE23-DF62-3D13-C612-B4D87AB52F58}"/>
              </a:ext>
            </a:extLst>
          </p:cNvPr>
          <p:cNvGraphicFramePr>
            <a:graphicFrameLocks/>
          </p:cNvGraphicFramePr>
          <p:nvPr>
            <p:extLst>
              <p:ext uri="{D42A27DB-BD31-4B8C-83A1-F6EECF244321}">
                <p14:modId xmlns:p14="http://schemas.microsoft.com/office/powerpoint/2010/main" val="2410738013"/>
              </p:ext>
            </p:extLst>
          </p:nvPr>
        </p:nvGraphicFramePr>
        <p:xfrm>
          <a:off x="5531215" y="976331"/>
          <a:ext cx="5358482" cy="49053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486975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28D4C62-8399-40EB-7BAB-42D5B13500F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6169339-27CB-3F63-4B29-FC1E435F6B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655969DD-5B7A-F16A-176A-FB7EF7A6C5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270325" y="3369273"/>
            <a:ext cx="32004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B7E015AF-36BA-5145-2F04-F85A18262F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374475" y="1040470"/>
            <a:ext cx="6858003" cy="477704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7EC1C1E7-A411-45A6-1E51-51FFB82368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7914" y="857786"/>
            <a:ext cx="11067024" cy="520893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19135A3-7A6D-F8B7-5532-B94AB721E9BC}"/>
              </a:ext>
            </a:extLst>
          </p:cNvPr>
          <p:cNvSpPr>
            <a:spLocks noGrp="1"/>
          </p:cNvSpPr>
          <p:nvPr>
            <p:ph type="ctrTitle"/>
          </p:nvPr>
        </p:nvSpPr>
        <p:spPr>
          <a:xfrm>
            <a:off x="1360285" y="791282"/>
            <a:ext cx="5246994" cy="1435442"/>
          </a:xfrm>
        </p:spPr>
        <p:txBody>
          <a:bodyPr anchor="t">
            <a:normAutofit/>
          </a:bodyPr>
          <a:lstStyle/>
          <a:p>
            <a:pPr algn="l"/>
            <a:r>
              <a:rPr lang="en-US" sz="8800" dirty="0">
                <a:solidFill>
                  <a:schemeClr val="accent1">
                    <a:lumMod val="50000"/>
                  </a:schemeClr>
                </a:solidFill>
                <a:latin typeface="Times New Roman" panose="02020603050405020304" pitchFamily="18" charset="0"/>
                <a:cs typeface="Times New Roman" panose="02020603050405020304" pitchFamily="18" charset="0"/>
              </a:rPr>
              <a:t>JIRA</a:t>
            </a:r>
            <a:endParaRPr lang="en-IN" sz="8800"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16" name="Rectangle 15">
            <a:extLst>
              <a:ext uri="{FF2B5EF4-FFF2-40B4-BE49-F238E27FC236}">
                <a16:creationId xmlns:a16="http://schemas.microsoft.com/office/drawing/2014/main" id="{E48EA0E2-087A-7D0A-952C-8EC9A3DD5E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524009" y="3366125"/>
            <a:ext cx="32004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Oval 2">
            <a:extLst>
              <a:ext uri="{FF2B5EF4-FFF2-40B4-BE49-F238E27FC236}">
                <a16:creationId xmlns:a16="http://schemas.microsoft.com/office/drawing/2014/main" id="{EB157B30-668C-6085-121D-A990F6636F80}"/>
              </a:ext>
            </a:extLst>
          </p:cNvPr>
          <p:cNvSpPr/>
          <p:nvPr/>
        </p:nvSpPr>
        <p:spPr>
          <a:xfrm>
            <a:off x="4096001" y="578905"/>
            <a:ext cx="1362095" cy="1362095"/>
          </a:xfrm>
          <a:prstGeom prst="ellipse">
            <a:avLst/>
          </a:prstGeom>
          <a:blipFill dpi="0" rotWithShape="1">
            <a:blip r:embed="rId2"/>
            <a:srcRect/>
            <a:stretch>
              <a:fillRect l="1" t="1" r="1852" b="1852"/>
            </a:stretch>
          </a:blipFill>
        </p:spPr>
        <p:style>
          <a:lnRef idx="2">
            <a:schemeClr val="lt1">
              <a:hueOff val="0"/>
              <a:satOff val="0"/>
              <a:lumOff val="0"/>
              <a:alphaOff val="0"/>
            </a:schemeClr>
          </a:lnRef>
          <a:fillRef idx="1">
            <a:scrgbClr r="0" g="0" b="0"/>
          </a:fillRef>
          <a:effectRef idx="0">
            <a:schemeClr val="accent2">
              <a:tint val="50000"/>
              <a:hueOff val="0"/>
              <a:satOff val="0"/>
              <a:lumOff val="0"/>
              <a:alphaOff val="0"/>
            </a:schemeClr>
          </a:effectRef>
          <a:fontRef idx="minor">
            <a:schemeClr val="lt1">
              <a:hueOff val="0"/>
              <a:satOff val="0"/>
              <a:lumOff val="0"/>
              <a:alphaOff val="0"/>
            </a:schemeClr>
          </a:fontRef>
        </p:style>
      </p:sp>
      <p:sp>
        <p:nvSpPr>
          <p:cNvPr id="5" name="TextBox 4">
            <a:extLst>
              <a:ext uri="{FF2B5EF4-FFF2-40B4-BE49-F238E27FC236}">
                <a16:creationId xmlns:a16="http://schemas.microsoft.com/office/drawing/2014/main" id="{C4431018-CA3B-5249-683E-BA6E6951CE45}"/>
              </a:ext>
            </a:extLst>
          </p:cNvPr>
          <p:cNvSpPr txBox="1"/>
          <p:nvPr/>
        </p:nvSpPr>
        <p:spPr>
          <a:xfrm>
            <a:off x="793978" y="2369178"/>
            <a:ext cx="10660959" cy="3021276"/>
          </a:xfrm>
          <a:prstGeom prst="rect">
            <a:avLst/>
          </a:prstGeom>
          <a:noFill/>
        </p:spPr>
        <p:txBody>
          <a:bodyPr wrap="square">
            <a:spAutoFit/>
          </a:bodyPr>
          <a:lstStyle/>
          <a:p>
            <a:pPr marL="285750" marR="0" lvl="0"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IN" sz="26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Jira is an Issue Tracking and Agile Project Management tool.</a:t>
            </a:r>
          </a:p>
          <a:p>
            <a:pPr marL="285750" marR="0" lvl="0"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IN" sz="26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Developed by Atlassian in 2002. </a:t>
            </a:r>
          </a:p>
          <a:p>
            <a:pPr marL="285750" marR="0" lvl="0"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IN" sz="26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Used to plan, organize, assign and track project work. </a:t>
            </a:r>
          </a:p>
          <a:p>
            <a:pPr marL="285750" marR="0" lvl="0"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IN" sz="26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Supports Scrum and Kanban methodologies.</a:t>
            </a:r>
          </a:p>
          <a:p>
            <a:pPr marL="285750" marR="0" lvl="0"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IN" sz="26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Widely used in software development teams</a:t>
            </a:r>
            <a:r>
              <a:rPr kumimoji="0" lang="en-IN" sz="2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0393133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AB3CD24-56B4-DAE1-BA03-3D33972FF056}"/>
            </a:ext>
          </a:extLst>
        </p:cNvPr>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862D277B-38E5-BB19-E034-EA7361C4C1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66754D0-61B8-7F67-25E7-FCE5A329B17E}"/>
              </a:ext>
            </a:extLst>
          </p:cNvPr>
          <p:cNvSpPr>
            <a:spLocks noGrp="1"/>
          </p:cNvSpPr>
          <p:nvPr>
            <p:ph type="title"/>
          </p:nvPr>
        </p:nvSpPr>
        <p:spPr>
          <a:xfrm>
            <a:off x="683324" y="207757"/>
            <a:ext cx="4282983" cy="1200361"/>
          </a:xfrm>
        </p:spPr>
        <p:txBody>
          <a:bodyPr anchor="b">
            <a:normAutofit/>
          </a:bodyPr>
          <a:lstStyle/>
          <a:p>
            <a:r>
              <a:rPr lang="en-IN" b="1" dirty="0">
                <a:solidFill>
                  <a:srgbClr val="FF0000"/>
                </a:solidFill>
                <a:latin typeface="Times New Roman" panose="02020603050405020304" pitchFamily="18" charset="0"/>
                <a:cs typeface="Times New Roman" panose="02020603050405020304" pitchFamily="18" charset="0"/>
              </a:rPr>
              <a:t>FEATURES </a:t>
            </a:r>
          </a:p>
        </p:txBody>
      </p:sp>
      <p:sp>
        <p:nvSpPr>
          <p:cNvPr id="35" name="Rectangle 34">
            <a:extLst>
              <a:ext uri="{FF2B5EF4-FFF2-40B4-BE49-F238E27FC236}">
                <a16:creationId xmlns:a16="http://schemas.microsoft.com/office/drawing/2014/main" id="{DA5812CE-7969-3214-9300-63D651C1FC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4641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7" name="Rectangle 36" hidden="1">
            <a:extLst>
              <a:ext uri="{FF2B5EF4-FFF2-40B4-BE49-F238E27FC236}">
                <a16:creationId xmlns:a16="http://schemas.microsoft.com/office/drawing/2014/main" id="{A0A1A2A3-C1BF-E0DF-ADBE-9BF8BA18A2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0234"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9" name="Rectangle 38" hidden="1">
            <a:extLst>
              <a:ext uri="{FF2B5EF4-FFF2-40B4-BE49-F238E27FC236}">
                <a16:creationId xmlns:a16="http://schemas.microsoft.com/office/drawing/2014/main" id="{4D4F2FDD-E745-5686-041B-161363A1E6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277786"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Content Placeholder 7">
            <a:extLst>
              <a:ext uri="{FF2B5EF4-FFF2-40B4-BE49-F238E27FC236}">
                <a16:creationId xmlns:a16="http://schemas.microsoft.com/office/drawing/2014/main" id="{5F7F1B8C-DD36-0B6C-44E4-15E48DB15605}"/>
              </a:ext>
            </a:extLst>
          </p:cNvPr>
          <p:cNvSpPr>
            <a:spLocks noGrp="1"/>
          </p:cNvSpPr>
          <p:nvPr>
            <p:ph idx="1"/>
          </p:nvPr>
        </p:nvSpPr>
        <p:spPr>
          <a:xfrm>
            <a:off x="683324" y="1578651"/>
            <a:ext cx="8775308" cy="3401961"/>
          </a:xfrm>
        </p:spPr>
        <p:txBody>
          <a:bodyPr anchor="ctr">
            <a:noAutofit/>
          </a:bodyPr>
          <a:lstStyle/>
          <a:p>
            <a:pPr>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Issue &amp; bug tracking </a:t>
            </a:r>
          </a:p>
          <a:p>
            <a:pPr>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Scrum and Kanban boards</a:t>
            </a:r>
          </a:p>
          <a:p>
            <a:pPr>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Sprint &amp; backlog management</a:t>
            </a:r>
          </a:p>
          <a:p>
            <a:pPr>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Customizable workflows </a:t>
            </a:r>
          </a:p>
          <a:p>
            <a:pPr>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Dashboards and reports </a:t>
            </a:r>
          </a:p>
          <a:p>
            <a:pPr>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Integration with GitHub, Bitbucket, Jenkins, etc.</a:t>
            </a:r>
            <a:endParaRPr lang="en-US" b="1" dirty="0">
              <a:latin typeface="Times New Roman" panose="02020603050405020304" pitchFamily="18" charset="0"/>
              <a:cs typeface="Times New Roman" panose="02020603050405020304" pitchFamily="18" charset="0"/>
            </a:endParaRPr>
          </a:p>
        </p:txBody>
      </p:sp>
      <p:sp>
        <p:nvSpPr>
          <p:cNvPr id="41" name="Rectangle 40">
            <a:extLst>
              <a:ext uri="{FF2B5EF4-FFF2-40B4-BE49-F238E27FC236}">
                <a16:creationId xmlns:a16="http://schemas.microsoft.com/office/drawing/2014/main" id="{1F7988EE-F84A-8FBD-507A-74FC9A7369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677179"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0954B07-DFEB-2653-954B-5FC5CDFCE2CF}"/>
              </a:ext>
            </a:extLst>
          </p:cNvPr>
          <p:cNvSpPr/>
          <p:nvPr/>
        </p:nvSpPr>
        <p:spPr>
          <a:xfrm>
            <a:off x="683324" y="1372118"/>
            <a:ext cx="3111928" cy="36000"/>
          </a:xfrm>
          <a:prstGeom prst="rect">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017505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C6E1722-8181-0448-E6B1-1D6FE041C1B6}"/>
            </a:ext>
          </a:extLst>
        </p:cNvPr>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FB932ED3-A03A-7754-E503-B14D3E67EA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 name="Rectangle 33">
            <a:extLst>
              <a:ext uri="{FF2B5EF4-FFF2-40B4-BE49-F238E27FC236}">
                <a16:creationId xmlns:a16="http://schemas.microsoft.com/office/drawing/2014/main" id="{777ABFF3-5039-7B55-626C-4FD1CB5DB2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51871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6" name="Rectangle 35">
            <a:extLst>
              <a:ext uri="{FF2B5EF4-FFF2-40B4-BE49-F238E27FC236}">
                <a16:creationId xmlns:a16="http://schemas.microsoft.com/office/drawing/2014/main" id="{7E74CDEB-9A60-EF9D-07CF-EBC95B9117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1"/>
            <a:ext cx="10999072" cy="539995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8" name="Straight Connector 37">
            <a:extLst>
              <a:ext uri="{FF2B5EF4-FFF2-40B4-BE49-F238E27FC236}">
                <a16:creationId xmlns:a16="http://schemas.microsoft.com/office/drawing/2014/main" id="{7ABD8615-BC99-FA27-CD92-92A11818ACC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29769"/>
            <a:ext cx="11000232"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Title 9">
            <a:extLst>
              <a:ext uri="{FF2B5EF4-FFF2-40B4-BE49-F238E27FC236}">
                <a16:creationId xmlns:a16="http://schemas.microsoft.com/office/drawing/2014/main" id="{34D36855-F293-897F-7EF1-1CBED42169B6}"/>
              </a:ext>
            </a:extLst>
          </p:cNvPr>
          <p:cNvSpPr txBox="1">
            <a:spLocks/>
          </p:cNvSpPr>
          <p:nvPr/>
        </p:nvSpPr>
        <p:spPr>
          <a:xfrm>
            <a:off x="839788" y="365125"/>
            <a:ext cx="10515600"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en-IN" sz="4800" b="0"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endParaRPr>
          </a:p>
        </p:txBody>
      </p:sp>
      <p:sp>
        <p:nvSpPr>
          <p:cNvPr id="6" name="Text Placeholder 10">
            <a:extLst>
              <a:ext uri="{FF2B5EF4-FFF2-40B4-BE49-F238E27FC236}">
                <a16:creationId xmlns:a16="http://schemas.microsoft.com/office/drawing/2014/main" id="{AE4961F1-44E9-3753-F74F-E1EF26E86513}"/>
              </a:ext>
            </a:extLst>
          </p:cNvPr>
          <p:cNvSpPr txBox="1">
            <a:spLocks/>
          </p:cNvSpPr>
          <p:nvPr/>
        </p:nvSpPr>
        <p:spPr>
          <a:xfrm>
            <a:off x="2001183" y="1659944"/>
            <a:ext cx="2982246" cy="51947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32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ADVANTAGES</a:t>
            </a:r>
            <a:endParaRPr kumimoji="0" lang="en-IN" sz="32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endParaRPr>
          </a:p>
        </p:txBody>
      </p:sp>
      <p:sp>
        <p:nvSpPr>
          <p:cNvPr id="7" name="Content Placeholder 11">
            <a:extLst>
              <a:ext uri="{FF2B5EF4-FFF2-40B4-BE49-F238E27FC236}">
                <a16:creationId xmlns:a16="http://schemas.microsoft.com/office/drawing/2014/main" id="{E06114DF-01A3-0B62-AC45-73E82A8A87C1}"/>
              </a:ext>
            </a:extLst>
          </p:cNvPr>
          <p:cNvSpPr txBox="1">
            <a:spLocks/>
          </p:cNvSpPr>
          <p:nvPr/>
        </p:nvSpPr>
        <p:spPr>
          <a:xfrm>
            <a:off x="1530561" y="2479707"/>
            <a:ext cx="3923490" cy="236656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IN" sz="2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Easy Collaboration</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IN" sz="2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Customizable Workflow</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IN" sz="2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Real-Time Tracking</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IN"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9" name="Text Placeholder 12">
            <a:extLst>
              <a:ext uri="{FF2B5EF4-FFF2-40B4-BE49-F238E27FC236}">
                <a16:creationId xmlns:a16="http://schemas.microsoft.com/office/drawing/2014/main" id="{5BC27456-E67E-68E7-FB16-9E476D4FAA3C}"/>
              </a:ext>
            </a:extLst>
          </p:cNvPr>
          <p:cNvSpPr txBox="1">
            <a:spLocks/>
          </p:cNvSpPr>
          <p:nvPr/>
        </p:nvSpPr>
        <p:spPr>
          <a:xfrm>
            <a:off x="6548389" y="1659944"/>
            <a:ext cx="3575523" cy="51947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3200" b="0" i="0" u="none" strike="noStrike" kern="1200" cap="none" spc="0" normalizeH="0" baseline="0" noProof="0" dirty="0">
                <a:ln>
                  <a:noFill/>
                </a:ln>
                <a:solidFill>
                  <a:srgbClr val="00B050"/>
                </a:solidFill>
                <a:effectLst/>
                <a:uLnTx/>
                <a:uFillTx/>
                <a:latin typeface="Times New Roman" panose="02020603050405020304" pitchFamily="18" charset="0"/>
                <a:ea typeface="+mn-ea"/>
                <a:cs typeface="Times New Roman" panose="02020603050405020304" pitchFamily="18" charset="0"/>
              </a:rPr>
              <a:t>DISADVANTAGES</a:t>
            </a:r>
            <a:endParaRPr kumimoji="0" lang="en-IN" sz="3200" b="0" i="0" u="none" strike="noStrike" kern="1200" cap="none" spc="0" normalizeH="0" baseline="0" noProof="0" dirty="0">
              <a:ln>
                <a:noFill/>
              </a:ln>
              <a:solidFill>
                <a:srgbClr val="00B050"/>
              </a:solidFill>
              <a:effectLst/>
              <a:uLnTx/>
              <a:uFillTx/>
              <a:latin typeface="Times New Roman" panose="02020603050405020304" pitchFamily="18" charset="0"/>
              <a:ea typeface="+mn-ea"/>
              <a:cs typeface="Times New Roman" panose="02020603050405020304" pitchFamily="18" charset="0"/>
            </a:endParaRPr>
          </a:p>
        </p:txBody>
      </p:sp>
      <p:sp>
        <p:nvSpPr>
          <p:cNvPr id="11" name="Content Placeholder 13">
            <a:extLst>
              <a:ext uri="{FF2B5EF4-FFF2-40B4-BE49-F238E27FC236}">
                <a16:creationId xmlns:a16="http://schemas.microsoft.com/office/drawing/2014/main" id="{B925A550-538D-7D72-4F2E-1E15AD9717FB}"/>
              </a:ext>
            </a:extLst>
          </p:cNvPr>
          <p:cNvSpPr txBox="1">
            <a:spLocks/>
          </p:cNvSpPr>
          <p:nvPr/>
        </p:nvSpPr>
        <p:spPr>
          <a:xfrm>
            <a:off x="6482877" y="2480774"/>
            <a:ext cx="4360588" cy="236656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IN"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Learning Curve</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IN"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Paid Advanced Features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IN"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cxnSp>
        <p:nvCxnSpPr>
          <p:cNvPr id="19" name="Straight Connector 18">
            <a:extLst>
              <a:ext uri="{FF2B5EF4-FFF2-40B4-BE49-F238E27FC236}">
                <a16:creationId xmlns:a16="http://schemas.microsoft.com/office/drawing/2014/main" id="{99A87189-9AF7-E6DC-2840-1B68BCE4E329}"/>
              </a:ext>
            </a:extLst>
          </p:cNvPr>
          <p:cNvCxnSpPr>
            <a:cxnSpLocks/>
            <a:stCxn id="17" idx="0"/>
            <a:endCxn id="17" idx="2"/>
          </p:cNvCxnSpPr>
          <p:nvPr/>
        </p:nvCxnSpPr>
        <p:spPr>
          <a:xfrm>
            <a:off x="6096000" y="1353502"/>
            <a:ext cx="0" cy="3795195"/>
          </a:xfrm>
          <a:prstGeom prst="line">
            <a:avLst/>
          </a:prstGeom>
        </p:spPr>
        <p:style>
          <a:lnRef idx="1">
            <a:schemeClr val="dk1"/>
          </a:lnRef>
          <a:fillRef idx="0">
            <a:schemeClr val="dk1"/>
          </a:fillRef>
          <a:effectRef idx="0">
            <a:schemeClr val="dk1"/>
          </a:effectRef>
          <a:fontRef idx="minor">
            <a:schemeClr val="tx1"/>
          </a:fontRef>
        </p:style>
      </p:cxnSp>
      <p:sp>
        <p:nvSpPr>
          <p:cNvPr id="17" name="Rectangle 16">
            <a:extLst>
              <a:ext uri="{FF2B5EF4-FFF2-40B4-BE49-F238E27FC236}">
                <a16:creationId xmlns:a16="http://schemas.microsoft.com/office/drawing/2014/main" id="{110F00CE-36A3-CF67-201A-0FA86B0878B6}"/>
              </a:ext>
            </a:extLst>
          </p:cNvPr>
          <p:cNvSpPr/>
          <p:nvPr/>
        </p:nvSpPr>
        <p:spPr>
          <a:xfrm>
            <a:off x="1165122" y="1353502"/>
            <a:ext cx="9861755" cy="3795195"/>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031778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E3BC2DF-137B-B2DE-11FB-229B85B16131}"/>
              </a:ext>
            </a:extLst>
          </p:cNvPr>
          <p:cNvPicPr>
            <a:picLocks noChangeAspect="1"/>
          </p:cNvPicPr>
          <p:nvPr/>
        </p:nvPicPr>
        <p:blipFill>
          <a:blip r:embed="rId2"/>
          <a:stretch>
            <a:fillRect/>
          </a:stretch>
        </p:blipFill>
        <p:spPr>
          <a:xfrm>
            <a:off x="0" y="932724"/>
            <a:ext cx="12192000" cy="5925276"/>
          </a:xfrm>
          <a:prstGeom prst="rect">
            <a:avLst/>
          </a:prstGeom>
        </p:spPr>
      </p:pic>
      <p:sp>
        <p:nvSpPr>
          <p:cNvPr id="2" name="Rectangle 1">
            <a:extLst>
              <a:ext uri="{FF2B5EF4-FFF2-40B4-BE49-F238E27FC236}">
                <a16:creationId xmlns:a16="http://schemas.microsoft.com/office/drawing/2014/main" id="{7C5AF489-3C77-25C9-F41E-01489FF90248}"/>
              </a:ext>
            </a:extLst>
          </p:cNvPr>
          <p:cNvSpPr/>
          <p:nvPr/>
        </p:nvSpPr>
        <p:spPr>
          <a:xfrm>
            <a:off x="2679032" y="144379"/>
            <a:ext cx="5967663" cy="673768"/>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US" sz="4400" dirty="0">
                <a:latin typeface="Times New Roman" panose="02020603050405020304" pitchFamily="18" charset="0"/>
                <a:cs typeface="Times New Roman" panose="02020603050405020304" pitchFamily="18" charset="0"/>
              </a:rPr>
              <a:t>JIRA INTERFACE</a:t>
            </a:r>
            <a:endParaRPr lang="en-IN" sz="4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318958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40DF00E-59DE-9080-3BBE-32DE8ACE940F}"/>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6E94E40-81F8-04F8-DB2B-67B4293F0F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207BFF73-248F-5F1C-9FF0-BBB20FD0A0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270325" y="3369273"/>
            <a:ext cx="32004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92609342-74A1-8228-158D-CCE521E484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374475" y="1040470"/>
            <a:ext cx="6858003" cy="477704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136FE420-5E7C-05DF-B062-4362CCCC40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7914" y="857786"/>
            <a:ext cx="11067024" cy="520893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32AFC837-E2F7-5CC4-0B26-DBF615437B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524009" y="3366125"/>
            <a:ext cx="32004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8D812939-E0B4-B208-B84D-E03292B17086}"/>
              </a:ext>
            </a:extLst>
          </p:cNvPr>
          <p:cNvSpPr txBox="1"/>
          <p:nvPr/>
        </p:nvSpPr>
        <p:spPr>
          <a:xfrm>
            <a:off x="604684" y="423698"/>
            <a:ext cx="6862916"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3200" b="1" i="0" u="none" strike="noStrike" kern="1200" cap="none" spc="0" normalizeH="0" baseline="0" noProof="0" dirty="0">
                <a:ln>
                  <a:noFill/>
                </a:ln>
                <a:solidFill>
                  <a:prstClr val="black"/>
                </a:solidFill>
                <a:effectLst/>
                <a:uLnTx/>
                <a:uFillTx/>
                <a:latin typeface="Calibri" panose="020F0502020204030204"/>
                <a:ea typeface="+mn-ea"/>
                <a:cs typeface="+mn-cs"/>
              </a:rPr>
              <a:t>What is an Issue in Jira ?</a:t>
            </a:r>
          </a:p>
        </p:txBody>
      </p:sp>
      <p:sp>
        <p:nvSpPr>
          <p:cNvPr id="3" name="TextBox 2">
            <a:extLst>
              <a:ext uri="{FF2B5EF4-FFF2-40B4-BE49-F238E27FC236}">
                <a16:creationId xmlns:a16="http://schemas.microsoft.com/office/drawing/2014/main" id="{93646271-7C81-9C55-7FCC-1ACF8436B574}"/>
              </a:ext>
            </a:extLst>
          </p:cNvPr>
          <p:cNvSpPr txBox="1"/>
          <p:nvPr/>
        </p:nvSpPr>
        <p:spPr>
          <a:xfrm>
            <a:off x="604684" y="1078075"/>
            <a:ext cx="106334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black"/>
                </a:solidFill>
                <a:effectLst/>
                <a:uLnTx/>
                <a:uFillTx/>
                <a:latin typeface="Calibri" panose="020F0502020204030204"/>
                <a:ea typeface="+mn-ea"/>
                <a:cs typeface="+mn-cs"/>
              </a:rPr>
              <a:t>An Issue is a work item in Jira that represents a task, bug, feature request, or any piece of work that needs to be tracked and completed.</a:t>
            </a:r>
          </a:p>
        </p:txBody>
      </p:sp>
      <p:sp>
        <p:nvSpPr>
          <p:cNvPr id="6" name="TextBox 5">
            <a:extLst>
              <a:ext uri="{FF2B5EF4-FFF2-40B4-BE49-F238E27FC236}">
                <a16:creationId xmlns:a16="http://schemas.microsoft.com/office/drawing/2014/main" id="{51B2A4E8-DE59-3E68-154A-8B0E2344342A}"/>
              </a:ext>
            </a:extLst>
          </p:cNvPr>
          <p:cNvSpPr txBox="1"/>
          <p:nvPr/>
        </p:nvSpPr>
        <p:spPr>
          <a:xfrm>
            <a:off x="641598" y="2246686"/>
            <a:ext cx="6862916"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3200" b="1" i="0" u="none" strike="noStrike" kern="1200" cap="none" spc="0" normalizeH="0" baseline="0" noProof="0" dirty="0">
                <a:ln>
                  <a:noFill/>
                </a:ln>
                <a:solidFill>
                  <a:srgbClr val="4472C4">
                    <a:lumMod val="50000"/>
                  </a:srgbClr>
                </a:solidFill>
                <a:effectLst>
                  <a:outerShdw blurRad="38100" dist="38100" dir="2700000" algn="tl">
                    <a:srgbClr val="000000">
                      <a:alpha val="43137"/>
                    </a:srgbClr>
                  </a:outerShdw>
                </a:effectLst>
                <a:uLnTx/>
                <a:uFillTx/>
                <a:latin typeface="Calibri" panose="020F0502020204030204"/>
                <a:ea typeface="+mn-ea"/>
                <a:cs typeface="+mn-cs"/>
              </a:rPr>
              <a:t>Type of Issues</a:t>
            </a:r>
          </a:p>
        </p:txBody>
      </p:sp>
      <p:graphicFrame>
        <p:nvGraphicFramePr>
          <p:cNvPr id="11" name="Table 10">
            <a:extLst>
              <a:ext uri="{FF2B5EF4-FFF2-40B4-BE49-F238E27FC236}">
                <a16:creationId xmlns:a16="http://schemas.microsoft.com/office/drawing/2014/main" id="{891D17F3-674C-349A-D025-7EAD7A0FD8E8}"/>
              </a:ext>
            </a:extLst>
          </p:cNvPr>
          <p:cNvGraphicFramePr>
            <a:graphicFrameLocks noGrp="1"/>
          </p:cNvGraphicFramePr>
          <p:nvPr/>
        </p:nvGraphicFramePr>
        <p:xfrm>
          <a:off x="2268264" y="2998403"/>
          <a:ext cx="6124450" cy="2684642"/>
        </p:xfrm>
        <a:graphic>
          <a:graphicData uri="http://schemas.openxmlformats.org/drawingml/2006/table">
            <a:tbl>
              <a:tblPr>
                <a:effectLst>
                  <a:outerShdw blurRad="50800" dist="38100" dir="2700000" algn="tl" rotWithShape="0">
                    <a:prstClr val="black">
                      <a:alpha val="40000"/>
                    </a:prstClr>
                  </a:outerShdw>
                </a:effectLst>
              </a:tblPr>
              <a:tblGrid>
                <a:gridCol w="1586986">
                  <a:extLst>
                    <a:ext uri="{9D8B030D-6E8A-4147-A177-3AD203B41FA5}">
                      <a16:colId xmlns:a16="http://schemas.microsoft.com/office/drawing/2014/main" val="1265739924"/>
                    </a:ext>
                  </a:extLst>
                </a:gridCol>
                <a:gridCol w="4537464">
                  <a:extLst>
                    <a:ext uri="{9D8B030D-6E8A-4147-A177-3AD203B41FA5}">
                      <a16:colId xmlns:a16="http://schemas.microsoft.com/office/drawing/2014/main" val="6155695"/>
                    </a:ext>
                  </a:extLst>
                </a:gridCol>
              </a:tblGrid>
              <a:tr h="413022">
                <a:tc>
                  <a:txBody>
                    <a:bodyPr/>
                    <a:lstStyle/>
                    <a:p>
                      <a:pPr>
                        <a:buNone/>
                      </a:pPr>
                      <a:r>
                        <a:rPr lang="en-IN" b="1" dirty="0"/>
                        <a:t>Issue Type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dirty="0"/>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29574853"/>
                  </a:ext>
                </a:extLst>
              </a:tr>
              <a:tr h="722788">
                <a:tc>
                  <a:txBody>
                    <a:bodyPr/>
                    <a:lstStyle/>
                    <a:p>
                      <a:pPr>
                        <a:buNone/>
                      </a:pPr>
                      <a:r>
                        <a:rPr lang="en-IN" b="1"/>
                        <a:t>Epic</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A large feature consisting of multiple stories or tasks.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20218599"/>
                  </a:ext>
                </a:extLst>
              </a:tr>
              <a:tr h="413022">
                <a:tc>
                  <a:txBody>
                    <a:bodyPr/>
                    <a:lstStyle/>
                    <a:p>
                      <a:pPr>
                        <a:buNone/>
                      </a:pPr>
                      <a:r>
                        <a:rPr lang="en-IN" b="1"/>
                        <a:t>Story</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A user requirement or functionality.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47414358"/>
                  </a:ext>
                </a:extLst>
              </a:tr>
              <a:tr h="722788">
                <a:tc>
                  <a:txBody>
                    <a:bodyPr/>
                    <a:lstStyle/>
                    <a:p>
                      <a:pPr>
                        <a:buNone/>
                      </a:pPr>
                      <a:r>
                        <a:rPr lang="en-IN" b="1"/>
                        <a:t>Task</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A general work item assigned to a team member.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50436475"/>
                  </a:ext>
                </a:extLst>
              </a:tr>
              <a:tr h="413022">
                <a:tc>
                  <a:txBody>
                    <a:bodyPr/>
                    <a:lstStyle/>
                    <a:p>
                      <a:pPr>
                        <a:buNone/>
                      </a:pPr>
                      <a:r>
                        <a:rPr lang="en-IN" b="1"/>
                        <a:t>Bug</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An error or defect that needs to be fixed.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56083829"/>
                  </a:ext>
                </a:extLst>
              </a:tr>
            </a:tbl>
          </a:graphicData>
        </a:graphic>
      </p:graphicFrame>
    </p:spTree>
    <p:extLst>
      <p:ext uri="{BB962C8B-B14F-4D97-AF65-F5344CB8AC3E}">
        <p14:creationId xmlns:p14="http://schemas.microsoft.com/office/powerpoint/2010/main" val="29468447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05D82EF-3EE0-2910-6306-695BDC9E9E07}"/>
            </a:ext>
          </a:extLst>
        </p:cNvPr>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3EFB1903-BD49-B4D1-42CB-5FCFF60ED4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21BC969-73FE-1C43-D46A-49851EC170E9}"/>
              </a:ext>
            </a:extLst>
          </p:cNvPr>
          <p:cNvSpPr>
            <a:spLocks noGrp="1"/>
          </p:cNvSpPr>
          <p:nvPr>
            <p:ph type="title"/>
          </p:nvPr>
        </p:nvSpPr>
        <p:spPr>
          <a:xfrm>
            <a:off x="238598" y="-304011"/>
            <a:ext cx="5678147" cy="1200361"/>
          </a:xfrm>
        </p:spPr>
        <p:txBody>
          <a:bodyPr anchor="b">
            <a:normAutofit/>
          </a:bodyPr>
          <a:lstStyle/>
          <a:p>
            <a:r>
              <a:rPr lang="en-IN" b="1" dirty="0">
                <a:solidFill>
                  <a:schemeClr val="accent1">
                    <a:lumMod val="75000"/>
                  </a:schemeClr>
                </a:solidFill>
                <a:latin typeface="Times New Roman" panose="02020603050405020304" pitchFamily="18" charset="0"/>
                <a:cs typeface="Times New Roman" panose="02020603050405020304" pitchFamily="18" charset="0"/>
              </a:rPr>
              <a:t>JIRA WORKFLOW </a:t>
            </a:r>
          </a:p>
        </p:txBody>
      </p:sp>
      <p:sp>
        <p:nvSpPr>
          <p:cNvPr id="35" name="Rectangle 34">
            <a:extLst>
              <a:ext uri="{FF2B5EF4-FFF2-40B4-BE49-F238E27FC236}">
                <a16:creationId xmlns:a16="http://schemas.microsoft.com/office/drawing/2014/main" id="{35ECD3C7-4914-3DF5-F907-89E60A47B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4641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7" name="Rectangle 36" hidden="1">
            <a:extLst>
              <a:ext uri="{FF2B5EF4-FFF2-40B4-BE49-F238E27FC236}">
                <a16:creationId xmlns:a16="http://schemas.microsoft.com/office/drawing/2014/main" id="{CBF16D42-6B24-64BA-B5E5-A97248D9A5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0234"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9" name="Rectangle 38" hidden="1">
            <a:extLst>
              <a:ext uri="{FF2B5EF4-FFF2-40B4-BE49-F238E27FC236}">
                <a16:creationId xmlns:a16="http://schemas.microsoft.com/office/drawing/2014/main" id="{E10AFD54-48D9-702C-42C2-B1F6C0AAFE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277786"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Content Placeholder 7">
            <a:extLst>
              <a:ext uri="{FF2B5EF4-FFF2-40B4-BE49-F238E27FC236}">
                <a16:creationId xmlns:a16="http://schemas.microsoft.com/office/drawing/2014/main" id="{EC910D60-7F6E-3869-46AB-522F49C85813}"/>
              </a:ext>
            </a:extLst>
          </p:cNvPr>
          <p:cNvSpPr>
            <a:spLocks noGrp="1"/>
          </p:cNvSpPr>
          <p:nvPr>
            <p:ph idx="1"/>
          </p:nvPr>
        </p:nvSpPr>
        <p:spPr>
          <a:xfrm>
            <a:off x="634036" y="1576881"/>
            <a:ext cx="8775308" cy="3401961"/>
          </a:xfrm>
        </p:spPr>
        <p:txBody>
          <a:bodyPr anchor="ctr">
            <a:noAutofit/>
          </a:bodyPr>
          <a:lstStyle/>
          <a:p>
            <a:pPr marL="0" indent="0">
              <a:buNone/>
            </a:pPr>
            <a:r>
              <a:rPr lang="en-US" sz="2000" b="1" dirty="0">
                <a:latin typeface="Times New Roman" panose="02020603050405020304" pitchFamily="18" charset="0"/>
                <a:cs typeface="Times New Roman" panose="02020603050405020304" pitchFamily="18" charset="0"/>
              </a:rPr>
              <a:t>Create Issue</a:t>
            </a:r>
          </a:p>
          <a:p>
            <a:pPr marL="0" indent="0">
              <a:buNone/>
            </a:pPr>
            <a:r>
              <a:rPr lang="en-US" sz="2000" b="1" dirty="0">
                <a:latin typeface="Times New Roman" panose="02020603050405020304" pitchFamily="18" charset="0"/>
                <a:cs typeface="Times New Roman" panose="02020603050405020304" pitchFamily="18" charset="0"/>
              </a:rPr>
              <a:t>      ↓</a:t>
            </a:r>
          </a:p>
          <a:p>
            <a:pPr marL="0" indent="0">
              <a:buNone/>
            </a:pPr>
            <a:r>
              <a:rPr lang="en-US" sz="2000" b="1" dirty="0">
                <a:latin typeface="Times New Roman" panose="02020603050405020304" pitchFamily="18" charset="0"/>
                <a:cs typeface="Times New Roman" panose="02020603050405020304" pitchFamily="18" charset="0"/>
              </a:rPr>
              <a:t>Add to Backlog</a:t>
            </a:r>
          </a:p>
          <a:p>
            <a:pPr marL="0" indent="0">
              <a:buNone/>
            </a:pPr>
            <a:r>
              <a:rPr lang="en-US" sz="2000" b="1" dirty="0">
                <a:latin typeface="Times New Roman" panose="02020603050405020304" pitchFamily="18" charset="0"/>
                <a:cs typeface="Times New Roman" panose="02020603050405020304" pitchFamily="18" charset="0"/>
              </a:rPr>
              <a:t>      ↓</a:t>
            </a:r>
          </a:p>
          <a:p>
            <a:pPr marL="0" indent="0">
              <a:buNone/>
            </a:pPr>
            <a:r>
              <a:rPr lang="en-US" sz="2000" b="1" dirty="0">
                <a:latin typeface="Times New Roman" panose="02020603050405020304" pitchFamily="18" charset="0"/>
                <a:cs typeface="Times New Roman" panose="02020603050405020304" pitchFamily="18" charset="0"/>
              </a:rPr>
              <a:t>Assign to Team Member</a:t>
            </a:r>
          </a:p>
          <a:p>
            <a:pPr marL="0" indent="0">
              <a:buNone/>
            </a:pPr>
            <a:r>
              <a:rPr lang="en-US" sz="2000" b="1" dirty="0">
                <a:latin typeface="Times New Roman" panose="02020603050405020304" pitchFamily="18" charset="0"/>
                <a:cs typeface="Times New Roman" panose="02020603050405020304" pitchFamily="18" charset="0"/>
              </a:rPr>
              <a:t>      ↓</a:t>
            </a:r>
          </a:p>
          <a:p>
            <a:pPr marL="0" indent="0">
              <a:buNone/>
            </a:pPr>
            <a:r>
              <a:rPr lang="en-US" sz="2000" b="1" dirty="0">
                <a:latin typeface="Times New Roman" panose="02020603050405020304" pitchFamily="18" charset="0"/>
                <a:cs typeface="Times New Roman" panose="02020603050405020304" pitchFamily="18" charset="0"/>
              </a:rPr>
              <a:t>Track Progress on Board</a:t>
            </a:r>
          </a:p>
          <a:p>
            <a:pPr marL="0" indent="0">
              <a:buNone/>
            </a:pPr>
            <a:r>
              <a:rPr lang="en-US" sz="2000" b="1" dirty="0">
                <a:latin typeface="Times New Roman" panose="02020603050405020304" pitchFamily="18" charset="0"/>
                <a:cs typeface="Times New Roman" panose="02020603050405020304" pitchFamily="18" charset="0"/>
              </a:rPr>
              <a:t>      ↓</a:t>
            </a:r>
          </a:p>
          <a:p>
            <a:pPr marL="0" indent="0">
              <a:buNone/>
            </a:pPr>
            <a:r>
              <a:rPr lang="en-US" sz="2000" b="1" dirty="0">
                <a:latin typeface="Times New Roman" panose="02020603050405020304" pitchFamily="18" charset="0"/>
                <a:cs typeface="Times New Roman" panose="02020603050405020304" pitchFamily="18" charset="0"/>
              </a:rPr>
              <a:t>To Do → In Progress → Done</a:t>
            </a:r>
          </a:p>
          <a:p>
            <a:pPr marL="0" indent="0">
              <a:buNone/>
            </a:pPr>
            <a:r>
              <a:rPr lang="en-US" sz="2000" b="1" dirty="0">
                <a:latin typeface="Times New Roman" panose="02020603050405020304" pitchFamily="18" charset="0"/>
                <a:cs typeface="Times New Roman" panose="02020603050405020304" pitchFamily="18" charset="0"/>
              </a:rPr>
              <a:t>      ↓</a:t>
            </a:r>
          </a:p>
          <a:p>
            <a:pPr marL="0" indent="0">
              <a:buNone/>
            </a:pPr>
            <a:r>
              <a:rPr lang="en-US" sz="2000" b="1" dirty="0">
                <a:latin typeface="Times New Roman" panose="02020603050405020304" pitchFamily="18" charset="0"/>
                <a:cs typeface="Times New Roman" panose="02020603050405020304" pitchFamily="18" charset="0"/>
              </a:rPr>
              <a:t>Task Completed</a:t>
            </a:r>
          </a:p>
        </p:txBody>
      </p:sp>
      <p:sp>
        <p:nvSpPr>
          <p:cNvPr id="41" name="Rectangle 40">
            <a:extLst>
              <a:ext uri="{FF2B5EF4-FFF2-40B4-BE49-F238E27FC236}">
                <a16:creationId xmlns:a16="http://schemas.microsoft.com/office/drawing/2014/main" id="{3D2CF6E5-A2E8-5930-6CDA-D72BA3D40D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677179"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2163EA75-B6E1-00ED-FA2F-C1A47FB01F50}"/>
              </a:ext>
            </a:extLst>
          </p:cNvPr>
          <p:cNvSpPr/>
          <p:nvPr/>
        </p:nvSpPr>
        <p:spPr>
          <a:xfrm>
            <a:off x="93388" y="854287"/>
            <a:ext cx="5292000" cy="36000"/>
          </a:xfrm>
          <a:prstGeom prst="rect">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9" name="Picture 8">
            <a:extLst>
              <a:ext uri="{FF2B5EF4-FFF2-40B4-BE49-F238E27FC236}">
                <a16:creationId xmlns:a16="http://schemas.microsoft.com/office/drawing/2014/main" id="{B64CFF28-053E-4576-6D34-B701AB058EA4}"/>
              </a:ext>
            </a:extLst>
          </p:cNvPr>
          <p:cNvPicPr>
            <a:picLocks noChangeAspect="1"/>
          </p:cNvPicPr>
          <p:nvPr/>
        </p:nvPicPr>
        <p:blipFill>
          <a:blip r:embed="rId3"/>
          <a:stretch>
            <a:fillRect/>
          </a:stretch>
        </p:blipFill>
        <p:spPr>
          <a:xfrm>
            <a:off x="4218040" y="962099"/>
            <a:ext cx="7615452" cy="4727702"/>
          </a:xfrm>
          <a:prstGeom prst="rect">
            <a:avLst/>
          </a:prstGeom>
        </p:spPr>
      </p:pic>
      <p:sp>
        <p:nvSpPr>
          <p:cNvPr id="10" name="TextBox 9">
            <a:extLst>
              <a:ext uri="{FF2B5EF4-FFF2-40B4-BE49-F238E27FC236}">
                <a16:creationId xmlns:a16="http://schemas.microsoft.com/office/drawing/2014/main" id="{A1164A0B-4020-44D1-3732-E5D8B58C4B89}"/>
              </a:ext>
            </a:extLst>
          </p:cNvPr>
          <p:cNvSpPr txBox="1"/>
          <p:nvPr/>
        </p:nvSpPr>
        <p:spPr>
          <a:xfrm>
            <a:off x="7079226" y="1000829"/>
            <a:ext cx="301837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prstClr val="white"/>
                </a:solidFill>
                <a:effectLst/>
                <a:uLnTx/>
                <a:uFillTx/>
                <a:latin typeface="Calibri" panose="020F0502020204030204"/>
                <a:ea typeface="+mn-ea"/>
                <a:cs typeface="+mn-cs"/>
              </a:rPr>
              <a:t>Kanban Board in Jira</a:t>
            </a:r>
          </a:p>
        </p:txBody>
      </p:sp>
    </p:spTree>
    <p:extLst>
      <p:ext uri="{BB962C8B-B14F-4D97-AF65-F5344CB8AC3E}">
        <p14:creationId xmlns:p14="http://schemas.microsoft.com/office/powerpoint/2010/main" val="27179744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7895A40-19A4-42D6-9D30-DBC1E8002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02F429C4-ABC9-46FC-818A-B5429CDE4A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270325" y="3369273"/>
            <a:ext cx="32004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2CEF98E4-3709-4952-8F42-2305CCE34F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374475" y="1040470"/>
            <a:ext cx="6858003" cy="477704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F10BCCF5-D685-47FF-B675-647EAEB72C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7914" y="857786"/>
            <a:ext cx="11067024" cy="520893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E942121-0345-4882-71F8-25D6EB2BCB75}"/>
              </a:ext>
            </a:extLst>
          </p:cNvPr>
          <p:cNvSpPr>
            <a:spLocks noGrp="1"/>
          </p:cNvSpPr>
          <p:nvPr>
            <p:ph type="ctrTitle"/>
          </p:nvPr>
        </p:nvSpPr>
        <p:spPr>
          <a:xfrm>
            <a:off x="1340619" y="2528221"/>
            <a:ext cx="8462857" cy="1435442"/>
          </a:xfrm>
        </p:spPr>
        <p:txBody>
          <a:bodyPr anchor="t">
            <a:normAutofit/>
          </a:bodyPr>
          <a:lstStyle/>
          <a:p>
            <a:pPr algn="l"/>
            <a:r>
              <a:rPr lang="en-US" sz="8800" dirty="0">
                <a:latin typeface="Times New Roman" panose="02020603050405020304" pitchFamily="18" charset="0"/>
                <a:cs typeface="Times New Roman" panose="02020603050405020304" pitchFamily="18" charset="0"/>
              </a:rPr>
              <a:t>What is Trello?</a:t>
            </a:r>
            <a:endParaRPr lang="en-IN" sz="8800" dirty="0">
              <a:latin typeface="Times New Roman" panose="02020603050405020304" pitchFamily="18" charset="0"/>
              <a:cs typeface="Times New Roman" panose="02020603050405020304" pitchFamily="18" charset="0"/>
            </a:endParaRPr>
          </a:p>
        </p:txBody>
      </p:sp>
      <p:sp>
        <p:nvSpPr>
          <p:cNvPr id="16" name="Rectangle 15">
            <a:extLst>
              <a:ext uri="{FF2B5EF4-FFF2-40B4-BE49-F238E27FC236}">
                <a16:creationId xmlns:a16="http://schemas.microsoft.com/office/drawing/2014/main" id="{B0EE8A42-107A-4D4C-8D56-BBAE95C7FC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524009" y="3366125"/>
            <a:ext cx="32004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347985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9A724DBA-D2D9-471E-8ED7-2015DDD950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DE588D8-AF0A-A085-D940-AC202D2DC6AB}"/>
              </a:ext>
            </a:extLst>
          </p:cNvPr>
          <p:cNvSpPr>
            <a:spLocks noGrp="1"/>
          </p:cNvSpPr>
          <p:nvPr>
            <p:ph type="title"/>
          </p:nvPr>
        </p:nvSpPr>
        <p:spPr>
          <a:xfrm>
            <a:off x="7239014" y="525982"/>
            <a:ext cx="4282983" cy="1200361"/>
          </a:xfrm>
        </p:spPr>
        <p:txBody>
          <a:bodyPr anchor="b">
            <a:normAutofit/>
          </a:bodyPr>
          <a:lstStyle/>
          <a:p>
            <a:r>
              <a:rPr lang="en-US" b="1" dirty="0">
                <a:solidFill>
                  <a:srgbClr val="FF0000"/>
                </a:solidFill>
                <a:latin typeface="Times New Roman" panose="02020603050405020304" pitchFamily="18" charset="0"/>
                <a:cs typeface="Times New Roman" panose="02020603050405020304" pitchFamily="18" charset="0"/>
              </a:rPr>
              <a:t>Trello</a:t>
            </a:r>
            <a:endParaRPr lang="en-IN" b="1" dirty="0">
              <a:solidFill>
                <a:srgbClr val="FF0000"/>
              </a:solidFill>
              <a:latin typeface="Times New Roman" panose="02020603050405020304" pitchFamily="18" charset="0"/>
              <a:cs typeface="Times New Roman" panose="02020603050405020304" pitchFamily="18" charset="0"/>
            </a:endParaRPr>
          </a:p>
        </p:txBody>
      </p:sp>
      <p:sp>
        <p:nvSpPr>
          <p:cNvPr id="35" name="Rectangle 34">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4641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7" name="Rectangle 36">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0234"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9" name="Rectangle 38">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277786"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Content Placeholder 7">
            <a:extLst>
              <a:ext uri="{FF2B5EF4-FFF2-40B4-BE49-F238E27FC236}">
                <a16:creationId xmlns:a16="http://schemas.microsoft.com/office/drawing/2014/main" id="{0E5E3D8B-8EFB-04AE-9BF8-05CDF5F79DBD}"/>
              </a:ext>
            </a:extLst>
          </p:cNvPr>
          <p:cNvSpPr>
            <a:spLocks noGrp="1"/>
          </p:cNvSpPr>
          <p:nvPr>
            <p:ph idx="1"/>
          </p:nvPr>
        </p:nvSpPr>
        <p:spPr>
          <a:xfrm>
            <a:off x="7147974" y="2252325"/>
            <a:ext cx="4282984" cy="1867844"/>
          </a:xfrm>
        </p:spPr>
        <p:txBody>
          <a:bodyPr anchor="ctr">
            <a:normAutofit lnSpcReduction="10000"/>
          </a:bodyPr>
          <a:lstStyle/>
          <a:p>
            <a:pPr marL="0" indent="0">
              <a:buNone/>
            </a:pPr>
            <a:r>
              <a:rPr lang="en-IN" sz="2400" dirty="0"/>
              <a:t>Trello is a free, web-based project management and productivity tool that helps individuals and teams organize tasks visually using boards, lists, and cards.</a:t>
            </a:r>
            <a:endParaRPr lang="en-US" sz="2400" dirty="0">
              <a:latin typeface="Times New Roman" panose="02020603050405020304" pitchFamily="18" charset="0"/>
              <a:cs typeface="Times New Roman" panose="02020603050405020304" pitchFamily="18" charset="0"/>
            </a:endParaRPr>
          </a:p>
        </p:txBody>
      </p:sp>
      <p:sp>
        <p:nvSpPr>
          <p:cNvPr id="41" name="Rectangle 40">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677179"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 name="Picture 2" descr="Trello &amp; Slack Integration | Slack Marketplace">
            <a:extLst>
              <a:ext uri="{FF2B5EF4-FFF2-40B4-BE49-F238E27FC236}">
                <a16:creationId xmlns:a16="http://schemas.microsoft.com/office/drawing/2014/main" id="{A262DD2A-67C9-C65F-D3B2-107F61455796}"/>
              </a:ext>
            </a:extLst>
          </p:cNvPr>
          <p:cNvPicPr>
            <a:picLocks noChangeAspect="1"/>
          </p:cNvPicPr>
          <p:nvPr/>
        </p:nvPicPr>
        <p:blipFill>
          <a:blip r:embed="rId2"/>
          <a:stretch>
            <a:fillRect/>
          </a:stretch>
        </p:blipFill>
        <p:spPr>
          <a:xfrm>
            <a:off x="1182654" y="705661"/>
            <a:ext cx="4440132" cy="4350292"/>
          </a:xfrm>
          <a:prstGeom prst="rect">
            <a:avLst/>
          </a:prstGeom>
        </p:spPr>
      </p:pic>
    </p:spTree>
    <p:extLst>
      <p:ext uri="{BB962C8B-B14F-4D97-AF65-F5344CB8AC3E}">
        <p14:creationId xmlns:p14="http://schemas.microsoft.com/office/powerpoint/2010/main" val="6209080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0B10833-11AC-1BDA-84FB-80309AAB9BE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13FC136-DD73-2D16-65E2-216A687CF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TextBox 8"/>
          <p:cNvSpPr txBox="1"/>
          <p:nvPr/>
        </p:nvSpPr>
        <p:spPr>
          <a:xfrm>
            <a:off x="640080" y="411480"/>
            <a:ext cx="3152273" cy="584775"/>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3800" b="1" i="0" u="none" strike="noStrike" kern="1200" cap="none" spc="0" normalizeH="0" baseline="0" noProof="0" dirty="0">
                <a:ln>
                  <a:noFill/>
                </a:ln>
                <a:solidFill>
                  <a:srgbClr val="2A3344"/>
                </a:solidFill>
                <a:effectLst/>
                <a:uLnTx/>
                <a:uFillTx/>
                <a:latin typeface="Times New Roman"/>
                <a:ea typeface="+mn-ea"/>
                <a:cs typeface="+mn-cs"/>
              </a:rPr>
              <a:t>Trello Features</a:t>
            </a:r>
            <a:endParaRPr kumimoji="0" sz="3800" b="1" i="0" u="none" strike="noStrike" kern="1200" cap="none" spc="0" normalizeH="0" baseline="0" noProof="0" dirty="0">
              <a:ln>
                <a:noFill/>
              </a:ln>
              <a:solidFill>
                <a:srgbClr val="2A3344"/>
              </a:solidFill>
              <a:effectLst/>
              <a:uLnTx/>
              <a:uFillTx/>
              <a:latin typeface="Times New Roman"/>
              <a:ea typeface="+mn-ea"/>
              <a:cs typeface="+mn-cs"/>
            </a:endParaRPr>
          </a:p>
        </p:txBody>
      </p:sp>
      <p:sp>
        <p:nvSpPr>
          <p:cNvPr id="10" name="Rectangle 9"/>
          <p:cNvSpPr/>
          <p:nvPr/>
        </p:nvSpPr>
        <p:spPr>
          <a:xfrm>
            <a:off x="658368" y="960120"/>
            <a:ext cx="502920" cy="63500"/>
          </a:xfrm>
          <a:prstGeom prst="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ounded Rectangle 10"/>
          <p:cNvSpPr/>
          <p:nvPr/>
        </p:nvSpPr>
        <p:spPr>
          <a:xfrm>
            <a:off x="658368" y="1417320"/>
            <a:ext cx="3456432" cy="4709160"/>
          </a:xfrm>
          <a:prstGeom prst="roundRect">
            <a:avLst>
              <a:gd name="adj" fmla="val 45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ounded Rectangle 11"/>
          <p:cNvSpPr/>
          <p:nvPr/>
        </p:nvSpPr>
        <p:spPr>
          <a:xfrm>
            <a:off x="658368" y="1417320"/>
            <a:ext cx="3456432" cy="1143000"/>
          </a:xfrm>
          <a:prstGeom prst="roundRect">
            <a:avLst>
              <a:gd name="adj" fmla="val 4500"/>
            </a:avLst>
          </a:prstGeom>
          <a:solidFill>
            <a:srgbClr val="2CA5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p:cNvSpPr/>
          <p:nvPr/>
        </p:nvSpPr>
        <p:spPr>
          <a:xfrm>
            <a:off x="658368" y="1371600"/>
            <a:ext cx="3456432" cy="1188720"/>
          </a:xfrm>
          <a:prstGeom prst="rect">
            <a:avLst/>
          </a:prstGeom>
          <a:solidFill>
            <a:srgbClr val="2CA5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Oval 13"/>
          <p:cNvSpPr/>
          <p:nvPr/>
        </p:nvSpPr>
        <p:spPr>
          <a:xfrm>
            <a:off x="859536" y="1618488"/>
            <a:ext cx="731520" cy="731520"/>
          </a:xfrm>
          <a:prstGeom prst="ellipse">
            <a:avLst/>
          </a:prstGeom>
          <a:solidFill>
            <a:srgbClr val="2CA5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5" name="Picture 14" descr="iconw_kanban.png"/>
          <p:cNvPicPr>
            <a:picLocks noChangeAspect="1"/>
          </p:cNvPicPr>
          <p:nvPr/>
        </p:nvPicPr>
        <p:blipFill>
          <a:blip r:embed="rId2"/>
          <a:stretch>
            <a:fillRect/>
          </a:stretch>
        </p:blipFill>
        <p:spPr>
          <a:xfrm>
            <a:off x="1064361" y="1823313"/>
            <a:ext cx="321870" cy="321870"/>
          </a:xfrm>
          <a:prstGeom prst="rect">
            <a:avLst/>
          </a:prstGeom>
        </p:spPr>
      </p:pic>
      <p:sp>
        <p:nvSpPr>
          <p:cNvPr id="16" name="TextBox 15"/>
          <p:cNvSpPr txBox="1"/>
          <p:nvPr/>
        </p:nvSpPr>
        <p:spPr>
          <a:xfrm>
            <a:off x="1709928" y="1830359"/>
            <a:ext cx="2267712" cy="307777"/>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FFFFFF"/>
                </a:solidFill>
                <a:effectLst/>
                <a:uLnTx/>
                <a:uFillTx/>
                <a:latin typeface="Times New Roman"/>
                <a:ea typeface="+mn-ea"/>
                <a:cs typeface="+mn-cs"/>
              </a:rPr>
              <a:t>Boards</a:t>
            </a:r>
            <a:endParaRPr kumimoji="0" sz="2000" b="1" i="0" u="none" strike="noStrike" kern="1200" cap="none" spc="0" normalizeH="0" baseline="0" noProof="0" dirty="0">
              <a:ln>
                <a:noFill/>
              </a:ln>
              <a:solidFill>
                <a:srgbClr val="FFFFFF"/>
              </a:solidFill>
              <a:effectLst/>
              <a:uLnTx/>
              <a:uFillTx/>
              <a:latin typeface="Times New Roman"/>
              <a:ea typeface="+mn-ea"/>
              <a:cs typeface="+mn-cs"/>
            </a:endParaRPr>
          </a:p>
        </p:txBody>
      </p:sp>
      <p:sp>
        <p:nvSpPr>
          <p:cNvPr id="21" name="Rounded Rectangle 20"/>
          <p:cNvSpPr/>
          <p:nvPr/>
        </p:nvSpPr>
        <p:spPr>
          <a:xfrm>
            <a:off x="4370832" y="1417320"/>
            <a:ext cx="3456432" cy="4709160"/>
          </a:xfrm>
          <a:prstGeom prst="roundRect">
            <a:avLst>
              <a:gd name="adj" fmla="val 45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Rounded Rectangle 21"/>
          <p:cNvSpPr/>
          <p:nvPr/>
        </p:nvSpPr>
        <p:spPr>
          <a:xfrm>
            <a:off x="4370832" y="1417320"/>
            <a:ext cx="3456432" cy="1143000"/>
          </a:xfrm>
          <a:prstGeom prst="roundRect">
            <a:avLst>
              <a:gd name="adj" fmla="val 4500"/>
            </a:avLst>
          </a:prstGeom>
          <a:solidFill>
            <a:srgbClr val="2F5F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p:cNvSpPr/>
          <p:nvPr/>
        </p:nvSpPr>
        <p:spPr>
          <a:xfrm>
            <a:off x="4370832" y="2011680"/>
            <a:ext cx="3456432" cy="548640"/>
          </a:xfrm>
          <a:prstGeom prst="rect">
            <a:avLst/>
          </a:prstGeom>
          <a:solidFill>
            <a:srgbClr val="2F5F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4" name="Oval 23"/>
          <p:cNvSpPr/>
          <p:nvPr/>
        </p:nvSpPr>
        <p:spPr>
          <a:xfrm>
            <a:off x="4572000" y="1618488"/>
            <a:ext cx="731520" cy="731520"/>
          </a:xfrm>
          <a:prstGeom prst="ellipse">
            <a:avLst/>
          </a:prstGeom>
          <a:solidFill>
            <a:srgbClr val="2F5F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25" name="Picture 24" descr="iconw_ticket.png"/>
          <p:cNvPicPr>
            <a:picLocks noChangeAspect="1"/>
          </p:cNvPicPr>
          <p:nvPr/>
        </p:nvPicPr>
        <p:blipFill>
          <a:blip r:embed="rId3"/>
          <a:stretch>
            <a:fillRect/>
          </a:stretch>
        </p:blipFill>
        <p:spPr>
          <a:xfrm>
            <a:off x="4776825" y="1823313"/>
            <a:ext cx="321870" cy="321870"/>
          </a:xfrm>
          <a:prstGeom prst="rect">
            <a:avLst/>
          </a:prstGeom>
        </p:spPr>
      </p:pic>
      <p:sp>
        <p:nvSpPr>
          <p:cNvPr id="26" name="TextBox 25"/>
          <p:cNvSpPr txBox="1"/>
          <p:nvPr/>
        </p:nvSpPr>
        <p:spPr>
          <a:xfrm>
            <a:off x="5422392" y="1830359"/>
            <a:ext cx="2267712" cy="307777"/>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FFFFFF"/>
                </a:solidFill>
                <a:effectLst/>
                <a:uLnTx/>
                <a:uFillTx/>
                <a:latin typeface="Times New Roman"/>
                <a:ea typeface="+mn-ea"/>
                <a:cs typeface="+mn-cs"/>
              </a:rPr>
              <a:t>List</a:t>
            </a:r>
            <a:endParaRPr kumimoji="0" sz="2000" b="1" i="0" u="none" strike="noStrike" kern="1200" cap="none" spc="0" normalizeH="0" baseline="0" noProof="0" dirty="0">
              <a:ln>
                <a:noFill/>
              </a:ln>
              <a:solidFill>
                <a:srgbClr val="FFFFFF"/>
              </a:solidFill>
              <a:effectLst/>
              <a:uLnTx/>
              <a:uFillTx/>
              <a:latin typeface="Times New Roman"/>
              <a:ea typeface="+mn-ea"/>
              <a:cs typeface="+mn-cs"/>
            </a:endParaRPr>
          </a:p>
        </p:txBody>
      </p:sp>
      <p:sp>
        <p:nvSpPr>
          <p:cNvPr id="27" name="TextBox 26"/>
          <p:cNvSpPr txBox="1"/>
          <p:nvPr/>
        </p:nvSpPr>
        <p:spPr>
          <a:xfrm>
            <a:off x="4626864" y="2743200"/>
            <a:ext cx="2944368" cy="304698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70C0"/>
                </a:solidFill>
                <a:effectLst/>
                <a:uLnTx/>
                <a:uFillTx/>
                <a:latin typeface="Calibri" panose="020F0502020204030204"/>
                <a:ea typeface="+mn-ea"/>
                <a:cs typeface="+mn-cs"/>
              </a:rPr>
              <a:t>In Trello, lists are the vertical columns on a board that represent stages, categories, or workflows. They act as containers for cards (tasks), helping you organize and track progress visually. For example, if you’re managing assignments, you might create lists like </a:t>
            </a:r>
            <a:r>
              <a:rPr kumimoji="0" lang="en-IN" sz="1800" b="1" i="0" u="none" strike="noStrike" kern="1200" cap="none" spc="0" normalizeH="0" baseline="0" noProof="0" dirty="0">
                <a:ln>
                  <a:noFill/>
                </a:ln>
                <a:solidFill>
                  <a:srgbClr val="0070C0"/>
                </a:solidFill>
                <a:effectLst/>
                <a:uLnTx/>
                <a:uFillTx/>
                <a:latin typeface="Calibri" panose="020F0502020204030204"/>
                <a:ea typeface="+mn-ea"/>
                <a:cs typeface="+mn-cs"/>
              </a:rPr>
              <a:t>“To Do,” “In Progress,” and “Completed.”</a:t>
            </a:r>
            <a:r>
              <a:rPr kumimoji="0" lang="en-IN" sz="1800" b="0" i="0" u="none" strike="noStrike" kern="1200" cap="none" spc="0" normalizeH="0" baseline="0" noProof="0" dirty="0">
                <a:ln>
                  <a:noFill/>
                </a:ln>
                <a:solidFill>
                  <a:srgbClr val="0070C0"/>
                </a:solidFill>
                <a:effectLst/>
                <a:uLnTx/>
                <a:uFillTx/>
                <a:latin typeface="Calibri" panose="020F0502020204030204"/>
                <a:ea typeface="+mn-ea"/>
                <a:cs typeface="+mn-cs"/>
              </a:rPr>
              <a:t> </a:t>
            </a:r>
          </a:p>
        </p:txBody>
      </p:sp>
      <p:sp>
        <p:nvSpPr>
          <p:cNvPr id="31" name="Rounded Rectangle 30"/>
          <p:cNvSpPr/>
          <p:nvPr/>
        </p:nvSpPr>
        <p:spPr>
          <a:xfrm>
            <a:off x="8083296" y="1417320"/>
            <a:ext cx="3456432" cy="4709160"/>
          </a:xfrm>
          <a:prstGeom prst="roundRect">
            <a:avLst>
              <a:gd name="adj" fmla="val 45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1" i="0" u="none" strike="noStrike" kern="1200" cap="none" spc="0" normalizeH="0" baseline="0" noProof="0" dirty="0">
              <a:ln>
                <a:noFill/>
              </a:ln>
              <a:solidFill>
                <a:srgbClr val="0070C0"/>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1" i="0" u="none" strike="noStrike" kern="1200" cap="none" spc="0" normalizeH="0" baseline="0" noProof="0" dirty="0">
              <a:ln>
                <a:noFill/>
              </a:ln>
              <a:solidFill>
                <a:srgbClr val="0070C0"/>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1" i="0" u="none" strike="noStrike" kern="1200" cap="none" spc="0" normalizeH="0" baseline="0" noProof="0" dirty="0">
              <a:ln>
                <a:noFill/>
              </a:ln>
              <a:solidFill>
                <a:srgbClr val="0070C0"/>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srgbClr val="0070C0"/>
                </a:solidFill>
                <a:effectLst/>
                <a:uLnTx/>
                <a:uFillTx/>
                <a:latin typeface="Calibri" panose="020F0502020204030204"/>
                <a:ea typeface="+mn-ea"/>
                <a:cs typeface="+mn-cs"/>
              </a:rPr>
              <a:t>cards are the core units of work</a:t>
            </a:r>
            <a:r>
              <a:rPr kumimoji="0" lang="en-IN" sz="1800" b="0" i="0" u="none" strike="noStrike" kern="1200" cap="none" spc="0" normalizeH="0" baseline="0" noProof="0" dirty="0">
                <a:ln>
                  <a:noFill/>
                </a:ln>
                <a:solidFill>
                  <a:srgbClr val="0070C0"/>
                </a:solidFill>
                <a:effectLst/>
                <a:uLnTx/>
                <a:uFillTx/>
                <a:latin typeface="Calibri" panose="020F0502020204030204"/>
                <a:ea typeface="+mn-ea"/>
                <a:cs typeface="+mn-cs"/>
              </a:rPr>
              <a:t> that sit inside lists on a board. Each card represents a single task, idea, or item that needs to be tracked. Cards can hold a title, description, due date, checklist, labels, attachments, and comments, making them highly customizable and detailed.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for example, from </a:t>
            </a:r>
            <a:r>
              <a:rPr kumimoji="0" lang="en-IN" sz="1800" b="0" i="1" u="none" strike="noStrike" kern="1200" cap="none" spc="0" normalizeH="0" baseline="0" noProof="0" dirty="0">
                <a:ln>
                  <a:noFill/>
                </a:ln>
                <a:solidFill>
                  <a:prstClr val="white"/>
                </a:solidFill>
                <a:effectLst/>
                <a:uLnTx/>
                <a:uFillTx/>
                <a:latin typeface="Calibri" panose="020F0502020204030204"/>
                <a:ea typeface="+mn-ea"/>
                <a:cs typeface="+mn-cs"/>
              </a:rPr>
              <a:t>To </a:t>
            </a:r>
            <a:endParaRPr kumimoji="0"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2" name="Rounded Rectangle 31"/>
          <p:cNvSpPr/>
          <p:nvPr/>
        </p:nvSpPr>
        <p:spPr>
          <a:xfrm>
            <a:off x="8083296" y="1417320"/>
            <a:ext cx="3456432" cy="1143000"/>
          </a:xfrm>
          <a:prstGeom prst="roundRect">
            <a:avLst>
              <a:gd name="adj" fmla="val 4500"/>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3" name="Rectangle 32"/>
          <p:cNvSpPr/>
          <p:nvPr/>
        </p:nvSpPr>
        <p:spPr>
          <a:xfrm>
            <a:off x="8083296" y="2011680"/>
            <a:ext cx="3456432" cy="548640"/>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 name="Oval 33"/>
          <p:cNvSpPr/>
          <p:nvPr/>
        </p:nvSpPr>
        <p:spPr>
          <a:xfrm>
            <a:off x="8284464" y="1618488"/>
            <a:ext cx="731520" cy="731520"/>
          </a:xfrm>
          <a:prstGeom prst="ellipse">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5" name="Picture 34" descr="iconw_cloud.png"/>
          <p:cNvPicPr>
            <a:picLocks noChangeAspect="1"/>
          </p:cNvPicPr>
          <p:nvPr/>
        </p:nvPicPr>
        <p:blipFill>
          <a:blip r:embed="rId4"/>
          <a:stretch>
            <a:fillRect/>
          </a:stretch>
        </p:blipFill>
        <p:spPr>
          <a:xfrm>
            <a:off x="8489289" y="1823313"/>
            <a:ext cx="321870" cy="321870"/>
          </a:xfrm>
          <a:prstGeom prst="rect">
            <a:avLst/>
          </a:prstGeom>
        </p:spPr>
      </p:pic>
      <p:sp>
        <p:nvSpPr>
          <p:cNvPr id="36" name="TextBox 35"/>
          <p:cNvSpPr txBox="1"/>
          <p:nvPr/>
        </p:nvSpPr>
        <p:spPr>
          <a:xfrm>
            <a:off x="9134856" y="1830359"/>
            <a:ext cx="2267712" cy="307777"/>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FFFFFF"/>
                </a:solidFill>
                <a:effectLst/>
                <a:uLnTx/>
                <a:uFillTx/>
                <a:latin typeface="Times New Roman"/>
                <a:ea typeface="+mn-ea"/>
                <a:cs typeface="+mn-cs"/>
              </a:rPr>
              <a:t>Cards</a:t>
            </a:r>
            <a:endParaRPr kumimoji="0" sz="2000" b="1" i="0" u="none" strike="noStrike" kern="1200" cap="none" spc="0" normalizeH="0" baseline="0" noProof="0" dirty="0">
              <a:ln>
                <a:noFill/>
              </a:ln>
              <a:solidFill>
                <a:srgbClr val="FFFFFF"/>
              </a:solidFill>
              <a:effectLst/>
              <a:uLnTx/>
              <a:uFillTx/>
              <a:latin typeface="Times New Roman"/>
              <a:ea typeface="+mn-ea"/>
              <a:cs typeface="+mn-cs"/>
            </a:endParaRPr>
          </a:p>
        </p:txBody>
      </p:sp>
      <p:sp>
        <p:nvSpPr>
          <p:cNvPr id="3" name="TextBox 2">
            <a:extLst>
              <a:ext uri="{FF2B5EF4-FFF2-40B4-BE49-F238E27FC236}">
                <a16:creationId xmlns:a16="http://schemas.microsoft.com/office/drawing/2014/main" id="{213985A7-44EF-C649-C577-FF5A851AB4A6}"/>
              </a:ext>
            </a:extLst>
          </p:cNvPr>
          <p:cNvSpPr txBox="1"/>
          <p:nvPr/>
        </p:nvSpPr>
        <p:spPr>
          <a:xfrm>
            <a:off x="1064361" y="2664088"/>
            <a:ext cx="2486245" cy="3416320"/>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18899D"/>
                </a:solidFill>
                <a:effectLst/>
                <a:uLnTx/>
                <a:uFillTx/>
                <a:latin typeface="Calibri" panose="020F0502020204030204"/>
                <a:ea typeface="+mn-ea"/>
                <a:cs typeface="+mn-cs"/>
              </a:rPr>
              <a:t>Boards are the highest-level organizational unit in Trello. Each board represents a single project or workflow, giving your team a centralized space to manage all related tasks and progress. </a:t>
            </a:r>
            <a:r>
              <a:rPr kumimoji="0" lang="en-IN" sz="1800" b="0" i="0" u="none" strike="noStrike" kern="1200" cap="none" spc="0" normalizeH="0" baseline="0" noProof="0" dirty="0">
                <a:ln>
                  <a:noFill/>
                </a:ln>
                <a:solidFill>
                  <a:srgbClr val="0070C0"/>
                </a:solidFill>
                <a:effectLst/>
                <a:uLnTx/>
                <a:uFillTx/>
                <a:latin typeface="Calibri" panose="020F0502020204030204"/>
                <a:ea typeface="+mn-ea"/>
                <a:cs typeface="+mn-cs"/>
              </a:rPr>
              <a:t>Examples include boards for a  Marketing Campaign, E-commerce .</a:t>
            </a:r>
          </a:p>
        </p:txBody>
      </p:sp>
    </p:spTree>
    <p:extLst>
      <p:ext uri="{BB962C8B-B14F-4D97-AF65-F5344CB8AC3E}">
        <p14:creationId xmlns:p14="http://schemas.microsoft.com/office/powerpoint/2010/main" val="10370153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0B10833-11AC-1BDA-84FB-80309AAB9BE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13FC136-DD73-2D16-65E2-216A687CF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768501F-48D7-5DBE-E766-AD357D451F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270325" y="3369273"/>
            <a:ext cx="32004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A1EDF7B0-5866-231F-C0C4-08BC7B59E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374475" y="1040470"/>
            <a:ext cx="6858003" cy="477704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AB5A9E2E-8B40-BDB6-B578-83B807CCD8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7914" y="857786"/>
            <a:ext cx="11067024" cy="520893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3051D347-E792-3E78-9A0B-3D897AF005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524009" y="3366125"/>
            <a:ext cx="32004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E0002F0-FD0F-C8CF-009C-5242B75FD63A}"/>
              </a:ext>
            </a:extLst>
          </p:cNvPr>
          <p:cNvSpPr txBox="1">
            <a:spLocks/>
          </p:cNvSpPr>
          <p:nvPr/>
        </p:nvSpPr>
        <p:spPr>
          <a:xfrm>
            <a:off x="938432" y="2487562"/>
            <a:ext cx="3689768" cy="172557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en-IN" sz="5400" b="0"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endParaRPr>
          </a:p>
        </p:txBody>
      </p:sp>
      <p:graphicFrame>
        <p:nvGraphicFramePr>
          <p:cNvPr id="3" name="Content Placeholder 3">
            <a:extLst>
              <a:ext uri="{FF2B5EF4-FFF2-40B4-BE49-F238E27FC236}">
                <a16:creationId xmlns:a16="http://schemas.microsoft.com/office/drawing/2014/main" id="{9909EE23-DF62-3D13-C612-B4D87AB52F58}"/>
              </a:ext>
            </a:extLst>
          </p:cNvPr>
          <p:cNvGraphicFramePr>
            <a:graphicFrameLocks/>
          </p:cNvGraphicFramePr>
          <p:nvPr/>
        </p:nvGraphicFramePr>
        <p:xfrm>
          <a:off x="5531215" y="976331"/>
          <a:ext cx="5358482" cy="49053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a:extLst>
              <a:ext uri="{FF2B5EF4-FFF2-40B4-BE49-F238E27FC236}">
                <a16:creationId xmlns:a16="http://schemas.microsoft.com/office/drawing/2014/main" id="{474E098F-B3EE-20A6-E353-A3E29378633A}"/>
              </a:ext>
            </a:extLst>
          </p:cNvPr>
          <p:cNvPicPr>
            <a:picLocks noChangeAspect="1"/>
          </p:cNvPicPr>
          <p:nvPr/>
        </p:nvPicPr>
        <p:blipFill>
          <a:blip r:embed="rId7"/>
          <a:stretch>
            <a:fillRect/>
          </a:stretch>
        </p:blipFill>
        <p:spPr>
          <a:xfrm>
            <a:off x="0" y="-90835"/>
            <a:ext cx="12192000" cy="6958668"/>
          </a:xfrm>
          <a:prstGeom prst="rect">
            <a:avLst/>
          </a:prstGeom>
        </p:spPr>
      </p:pic>
    </p:spTree>
    <p:extLst>
      <p:ext uri="{BB962C8B-B14F-4D97-AF65-F5344CB8AC3E}">
        <p14:creationId xmlns:p14="http://schemas.microsoft.com/office/powerpoint/2010/main" val="38962653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C18627B-0942-7F2B-F371-5B754F9BEF62}"/>
            </a:ext>
          </a:extLst>
        </p:cNvPr>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9C7E0A2C-7C0A-4AAC-B3B0-6C12B2EBAE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 name="Rectangle 33">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51871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6" name="Rectangle 35">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1"/>
            <a:ext cx="10999072" cy="539995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8" name="Straight Connector 37">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29769"/>
            <a:ext cx="11000232"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Title 9">
            <a:extLst>
              <a:ext uri="{FF2B5EF4-FFF2-40B4-BE49-F238E27FC236}">
                <a16:creationId xmlns:a16="http://schemas.microsoft.com/office/drawing/2014/main" id="{90B5FD16-367C-06E2-06FB-25E208C43AE0}"/>
              </a:ext>
            </a:extLst>
          </p:cNvPr>
          <p:cNvSpPr txBox="1">
            <a:spLocks/>
          </p:cNvSpPr>
          <p:nvPr/>
        </p:nvSpPr>
        <p:spPr>
          <a:xfrm>
            <a:off x="839788" y="365125"/>
            <a:ext cx="10515600"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4800" b="0"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Labels in Trello</a:t>
            </a:r>
            <a:endParaRPr kumimoji="0" lang="en-IN" sz="4800" b="0"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endParaRPr>
          </a:p>
        </p:txBody>
      </p:sp>
      <p:sp>
        <p:nvSpPr>
          <p:cNvPr id="6" name="Text Placeholder 10">
            <a:extLst>
              <a:ext uri="{FF2B5EF4-FFF2-40B4-BE49-F238E27FC236}">
                <a16:creationId xmlns:a16="http://schemas.microsoft.com/office/drawing/2014/main" id="{40D4FFB3-2C47-C910-A486-E6B049EC3511}"/>
              </a:ext>
            </a:extLst>
          </p:cNvPr>
          <p:cNvSpPr txBox="1">
            <a:spLocks/>
          </p:cNvSpPr>
          <p:nvPr/>
        </p:nvSpPr>
        <p:spPr>
          <a:xfrm>
            <a:off x="1742064" y="2055812"/>
            <a:ext cx="2982246" cy="51947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How Labels Work</a:t>
            </a:r>
            <a:endParaRPr kumimoji="0" lang="en-IN" sz="28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endParaRPr>
          </a:p>
        </p:txBody>
      </p:sp>
      <p:sp>
        <p:nvSpPr>
          <p:cNvPr id="7" name="Content Placeholder 11">
            <a:extLst>
              <a:ext uri="{FF2B5EF4-FFF2-40B4-BE49-F238E27FC236}">
                <a16:creationId xmlns:a16="http://schemas.microsoft.com/office/drawing/2014/main" id="{E61D7FCE-68A7-7177-997D-4991F072A994}"/>
              </a:ext>
            </a:extLst>
          </p:cNvPr>
          <p:cNvSpPr txBox="1">
            <a:spLocks/>
          </p:cNvSpPr>
          <p:nvPr/>
        </p:nvSpPr>
        <p:spPr>
          <a:xfrm>
            <a:off x="1840487" y="2820580"/>
            <a:ext cx="3615177" cy="236656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IN"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9" name="Text Placeholder 12">
            <a:extLst>
              <a:ext uri="{FF2B5EF4-FFF2-40B4-BE49-F238E27FC236}">
                <a16:creationId xmlns:a16="http://schemas.microsoft.com/office/drawing/2014/main" id="{F21C34A2-3CE0-FADB-A0E7-CFA3B96B9A72}"/>
              </a:ext>
            </a:extLst>
          </p:cNvPr>
          <p:cNvSpPr txBox="1">
            <a:spLocks/>
          </p:cNvSpPr>
          <p:nvPr/>
        </p:nvSpPr>
        <p:spPr>
          <a:xfrm>
            <a:off x="7071299" y="2076247"/>
            <a:ext cx="2996933" cy="519470"/>
          </a:xfrm>
          <a:prstGeom prst="rect">
            <a:avLst/>
          </a:prstGeom>
        </p:spPr>
        <p:txBody>
          <a:bodyPr>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srgbClr val="00B050"/>
                </a:solidFill>
                <a:effectLst/>
                <a:uLnTx/>
                <a:uFillTx/>
                <a:latin typeface="Times New Roman" panose="02020603050405020304" pitchFamily="18" charset="0"/>
                <a:ea typeface="+mn-ea"/>
                <a:cs typeface="Times New Roman" panose="02020603050405020304" pitchFamily="18" charset="0"/>
              </a:rPr>
              <a:t>Example for Students</a:t>
            </a:r>
            <a:endParaRPr kumimoji="0" lang="en-IN" sz="2800" b="0" i="0" u="none" strike="noStrike" kern="1200" cap="none" spc="0" normalizeH="0" baseline="0" noProof="0" dirty="0">
              <a:ln>
                <a:noFill/>
              </a:ln>
              <a:solidFill>
                <a:srgbClr val="00B050"/>
              </a:solidFill>
              <a:effectLst/>
              <a:uLnTx/>
              <a:uFillTx/>
              <a:latin typeface="Times New Roman" panose="02020603050405020304" pitchFamily="18" charset="0"/>
              <a:ea typeface="+mn-ea"/>
              <a:cs typeface="Times New Roman" panose="02020603050405020304" pitchFamily="18" charset="0"/>
            </a:endParaRPr>
          </a:p>
        </p:txBody>
      </p:sp>
      <p:sp>
        <p:nvSpPr>
          <p:cNvPr id="11" name="Content Placeholder 13">
            <a:extLst>
              <a:ext uri="{FF2B5EF4-FFF2-40B4-BE49-F238E27FC236}">
                <a16:creationId xmlns:a16="http://schemas.microsoft.com/office/drawing/2014/main" id="{30A83BE3-228B-8F0C-C9E2-014D9A3464E4}"/>
              </a:ext>
            </a:extLst>
          </p:cNvPr>
          <p:cNvSpPr txBox="1">
            <a:spLocks/>
          </p:cNvSpPr>
          <p:nvPr/>
        </p:nvSpPr>
        <p:spPr>
          <a:xfrm>
            <a:off x="6599060" y="2820580"/>
            <a:ext cx="4177096" cy="236656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Green Label: “Programming”</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Yellow Label: “Theory”</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Red Label: “Urgent”</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Blue Label: “Group Project”</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IN"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cxnSp>
        <p:nvCxnSpPr>
          <p:cNvPr id="19" name="Straight Connector 18">
            <a:extLst>
              <a:ext uri="{FF2B5EF4-FFF2-40B4-BE49-F238E27FC236}">
                <a16:creationId xmlns:a16="http://schemas.microsoft.com/office/drawing/2014/main" id="{C1695AFD-CDDB-9ECE-9727-F555D6E88B9D}"/>
              </a:ext>
            </a:extLst>
          </p:cNvPr>
          <p:cNvCxnSpPr>
            <a:cxnSpLocks/>
            <a:stCxn id="17" idx="0"/>
            <a:endCxn id="17" idx="2"/>
          </p:cNvCxnSpPr>
          <p:nvPr/>
        </p:nvCxnSpPr>
        <p:spPr>
          <a:xfrm>
            <a:off x="6002594" y="1769805"/>
            <a:ext cx="0" cy="3795195"/>
          </a:xfrm>
          <a:prstGeom prst="line">
            <a:avLst/>
          </a:prstGeom>
        </p:spPr>
        <p:style>
          <a:lnRef idx="1">
            <a:schemeClr val="dk1"/>
          </a:lnRef>
          <a:fillRef idx="0">
            <a:schemeClr val="dk1"/>
          </a:fillRef>
          <a:effectRef idx="0">
            <a:schemeClr val="dk1"/>
          </a:effectRef>
          <a:fontRef idx="minor">
            <a:schemeClr val="tx1"/>
          </a:fontRef>
        </p:style>
      </p:cxnSp>
      <p:sp>
        <p:nvSpPr>
          <p:cNvPr id="17" name="Rectangle 16">
            <a:extLst>
              <a:ext uri="{FF2B5EF4-FFF2-40B4-BE49-F238E27FC236}">
                <a16:creationId xmlns:a16="http://schemas.microsoft.com/office/drawing/2014/main" id="{B784AA57-E19B-E73D-A43B-DD76F0C96F3C}"/>
              </a:ext>
            </a:extLst>
          </p:cNvPr>
          <p:cNvSpPr/>
          <p:nvPr/>
        </p:nvSpPr>
        <p:spPr>
          <a:xfrm>
            <a:off x="1071716" y="1769805"/>
            <a:ext cx="9861755" cy="3795195"/>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5907C606-C95A-DA05-5879-A8C1A6422246}"/>
              </a:ext>
            </a:extLst>
          </p:cNvPr>
          <p:cNvSpPr txBox="1"/>
          <p:nvPr/>
        </p:nvSpPr>
        <p:spPr>
          <a:xfrm>
            <a:off x="1628113" y="2459186"/>
            <a:ext cx="2717499" cy="1938992"/>
          </a:xfrm>
          <a:prstGeom prst="rect">
            <a:avLst/>
          </a:prstGeom>
          <a:noFill/>
        </p:spPr>
        <p:txBody>
          <a:bodyPr wrap="square">
            <a:spAutoFit/>
          </a:bodyPr>
          <a:lstStyle/>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9144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Name</a:t>
            </a:r>
          </a:p>
          <a:p>
            <a:pPr marL="9144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Tag</a:t>
            </a:r>
          </a:p>
          <a:p>
            <a:pPr marL="9144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Filter</a:t>
            </a:r>
          </a:p>
          <a:p>
            <a:pPr marL="9144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Category</a:t>
            </a:r>
          </a:p>
        </p:txBody>
      </p:sp>
    </p:spTree>
    <p:extLst>
      <p:ext uri="{BB962C8B-B14F-4D97-AF65-F5344CB8AC3E}">
        <p14:creationId xmlns:p14="http://schemas.microsoft.com/office/powerpoint/2010/main" val="18920667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10167B3-7E58-B3FD-498F-2FFD5BD5B9F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2DCE5D-8A53-94D4-A251-01FA09BAE6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FF40C734-B199-3B83-6CBE-94DA4982C5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270325" y="3369273"/>
            <a:ext cx="32004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42917947-0FCE-7770-FAD8-0B3CBA73C8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374475" y="1040470"/>
            <a:ext cx="6858003" cy="477704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0B8335C8-62D3-1ED3-0E99-61254B10D3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7914" y="857786"/>
            <a:ext cx="11067024" cy="520893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DA3215B-DC31-BC9F-A37E-3BDC0DC5FC13}"/>
              </a:ext>
            </a:extLst>
          </p:cNvPr>
          <p:cNvSpPr>
            <a:spLocks noGrp="1"/>
          </p:cNvSpPr>
          <p:nvPr>
            <p:ph type="ctrTitle"/>
          </p:nvPr>
        </p:nvSpPr>
        <p:spPr>
          <a:xfrm>
            <a:off x="944903" y="243363"/>
            <a:ext cx="3931897" cy="720198"/>
          </a:xfrm>
        </p:spPr>
        <p:txBody>
          <a:bodyPr anchor="t">
            <a:normAutofit/>
          </a:bodyPr>
          <a:lstStyle/>
          <a:p>
            <a:r>
              <a:rPr lang="en-US" sz="3600" dirty="0">
                <a:solidFill>
                  <a:schemeClr val="accent1">
                    <a:lumMod val="50000"/>
                  </a:schemeClr>
                </a:solidFill>
                <a:latin typeface="Sitka Display Semibold" pitchFamily="2" charset="0"/>
                <a:cs typeface="Times New Roman" panose="02020603050405020304" pitchFamily="18" charset="0"/>
              </a:rPr>
              <a:t>Due Date In Trello</a:t>
            </a:r>
            <a:endParaRPr lang="en-IN" sz="3600" dirty="0">
              <a:solidFill>
                <a:schemeClr val="accent1">
                  <a:lumMod val="50000"/>
                </a:schemeClr>
              </a:solidFill>
              <a:latin typeface="Sitka Display Semibold" pitchFamily="2" charset="0"/>
              <a:cs typeface="Times New Roman" panose="02020603050405020304" pitchFamily="18" charset="0"/>
            </a:endParaRPr>
          </a:p>
        </p:txBody>
      </p:sp>
      <p:sp>
        <p:nvSpPr>
          <p:cNvPr id="16" name="Rectangle 15">
            <a:extLst>
              <a:ext uri="{FF2B5EF4-FFF2-40B4-BE49-F238E27FC236}">
                <a16:creationId xmlns:a16="http://schemas.microsoft.com/office/drawing/2014/main" id="{5A8CFC95-E548-0882-45E3-96CD404CFF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524009" y="3366125"/>
            <a:ext cx="32004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 name="Picture 2" descr="Show Due Time Power-Up | Trello">
            <a:extLst>
              <a:ext uri="{FF2B5EF4-FFF2-40B4-BE49-F238E27FC236}">
                <a16:creationId xmlns:a16="http://schemas.microsoft.com/office/drawing/2014/main" id="{AEE64279-DB3F-A187-A6D0-F564CB80D23E}"/>
              </a:ext>
            </a:extLst>
          </p:cNvPr>
          <p:cNvPicPr>
            <a:picLocks noChangeAspect="1"/>
          </p:cNvPicPr>
          <p:nvPr/>
        </p:nvPicPr>
        <p:blipFill>
          <a:blip r:embed="rId2"/>
          <a:stretch>
            <a:fillRect/>
          </a:stretch>
        </p:blipFill>
        <p:spPr>
          <a:xfrm>
            <a:off x="152382" y="1429019"/>
            <a:ext cx="5418196" cy="3695700"/>
          </a:xfrm>
          <a:prstGeom prst="rect">
            <a:avLst/>
          </a:prstGeom>
        </p:spPr>
      </p:pic>
      <p:sp>
        <p:nvSpPr>
          <p:cNvPr id="5" name="TextBox 4">
            <a:extLst>
              <a:ext uri="{FF2B5EF4-FFF2-40B4-BE49-F238E27FC236}">
                <a16:creationId xmlns:a16="http://schemas.microsoft.com/office/drawing/2014/main" id="{0A76E08F-C9DD-38E1-DDB0-8C7EB8F5E051}"/>
              </a:ext>
            </a:extLst>
          </p:cNvPr>
          <p:cNvSpPr txBox="1"/>
          <p:nvPr/>
        </p:nvSpPr>
        <p:spPr>
          <a:xfrm>
            <a:off x="6621424" y="1568708"/>
            <a:ext cx="3898370" cy="390876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srgbClr val="4472C4">
                    <a:lumMod val="50000"/>
                  </a:srgbClr>
                </a:solidFill>
                <a:effectLst/>
                <a:uLnTx/>
                <a:uFillTx/>
                <a:latin typeface="Times New Roman" panose="02020603050405020304" pitchFamily="18" charset="0"/>
                <a:cs typeface="Times New Roman" panose="02020603050405020304" pitchFamily="18" charset="0"/>
              </a:rPr>
              <a:t>In Trello, a due date is a deadline you attach to a card to track when a task needs to be completed. It’s a built‑in feature that helps you stay on schedule and avoid missing important tasks. Card: </a:t>
            </a:r>
            <a:r>
              <a:rPr kumimoji="0" lang="en-IN" sz="2000" b="0" i="1" u="none" strike="noStrike" kern="1200" cap="none" spc="0" normalizeH="0" baseline="0" noProof="0" dirty="0">
                <a:ln>
                  <a:noFill/>
                </a:ln>
                <a:solidFill>
                  <a:srgbClr val="4472C4">
                    <a:lumMod val="50000"/>
                  </a:srgbClr>
                </a:solidFill>
                <a:effectLst/>
                <a:uLnTx/>
                <a:uFillTx/>
                <a:latin typeface="Times New Roman" panose="02020603050405020304" pitchFamily="18" charset="0"/>
                <a:cs typeface="Times New Roman" panose="02020603050405020304" pitchFamily="18" charset="0"/>
              </a:rPr>
              <a:t>“Submit DBMS Project”</a:t>
            </a:r>
            <a:endParaRPr kumimoji="0" lang="en-IN" sz="2000" b="0" i="0" u="none" strike="noStrike" kern="1200" cap="none" spc="0" normalizeH="0" baseline="0" noProof="0" dirty="0">
              <a:ln>
                <a:noFill/>
              </a:ln>
              <a:solidFill>
                <a:srgbClr val="4472C4">
                  <a:lumMod val="50000"/>
                </a:srgbClr>
              </a:solidFill>
              <a:effectLst/>
              <a:uLnTx/>
              <a:uFillTx/>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srgbClr val="4472C4">
                    <a:lumMod val="50000"/>
                  </a:srgbClr>
                </a:solidFill>
                <a:effectLst/>
                <a:uLnTx/>
                <a:uFillTx/>
                <a:latin typeface="Times New Roman" panose="02020603050405020304" pitchFamily="18" charset="0"/>
                <a:cs typeface="Times New Roman" panose="02020603050405020304" pitchFamily="18" charset="0"/>
              </a:rPr>
              <a:t>Due Date: July 25, 2026, 11:59 PM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srgbClr val="4472C4">
                    <a:lumMod val="50000"/>
                  </a:srgbClr>
                </a:solidFill>
                <a:effectLst/>
                <a:uLnTx/>
                <a:uFillTx/>
                <a:latin typeface="Times New Roman" panose="02020603050405020304" pitchFamily="18" charset="0"/>
                <a:cs typeface="Times New Roman" panose="02020603050405020304" pitchFamily="18" charset="0"/>
              </a:rPr>
              <a:t>Labels: Red (Urgent), Blue (Group Project) This way, you know both the priority and the exact deadline.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636661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0B10833-11AC-1BDA-84FB-80309AAB9BE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13FC136-DD73-2D16-65E2-216A687CF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TextBox 8"/>
          <p:cNvSpPr txBox="1"/>
          <p:nvPr/>
        </p:nvSpPr>
        <p:spPr>
          <a:xfrm>
            <a:off x="640080" y="411480"/>
            <a:ext cx="4402680" cy="584775"/>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3800" b="1" i="0" u="none" strike="noStrike" kern="1200" cap="none" spc="0" normalizeH="0" baseline="0" noProof="0" dirty="0">
                <a:ln>
                  <a:noFill/>
                </a:ln>
                <a:solidFill>
                  <a:srgbClr val="2A3344"/>
                </a:solidFill>
                <a:effectLst/>
                <a:uLnTx/>
                <a:uFillTx/>
                <a:latin typeface="Times New Roman"/>
                <a:ea typeface="+mn-ea"/>
                <a:cs typeface="+mn-cs"/>
              </a:rPr>
              <a:t>Uses In E-Commerce</a:t>
            </a:r>
            <a:endParaRPr kumimoji="0" sz="3800" b="1" i="0" u="none" strike="noStrike" kern="1200" cap="none" spc="0" normalizeH="0" baseline="0" noProof="0" dirty="0">
              <a:ln>
                <a:noFill/>
              </a:ln>
              <a:solidFill>
                <a:srgbClr val="2A3344"/>
              </a:solidFill>
              <a:effectLst/>
              <a:uLnTx/>
              <a:uFillTx/>
              <a:latin typeface="Times New Roman"/>
              <a:ea typeface="+mn-ea"/>
              <a:cs typeface="+mn-cs"/>
            </a:endParaRPr>
          </a:p>
        </p:txBody>
      </p:sp>
      <p:sp>
        <p:nvSpPr>
          <p:cNvPr id="10" name="Rectangle 9"/>
          <p:cNvSpPr/>
          <p:nvPr/>
        </p:nvSpPr>
        <p:spPr>
          <a:xfrm>
            <a:off x="658368" y="960120"/>
            <a:ext cx="502920" cy="63500"/>
          </a:xfrm>
          <a:prstGeom prst="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2" name="Picture 1" descr="How to Use Trello Boards to Keep Organized In Your Business">
            <a:extLst>
              <a:ext uri="{FF2B5EF4-FFF2-40B4-BE49-F238E27FC236}">
                <a16:creationId xmlns:a16="http://schemas.microsoft.com/office/drawing/2014/main" id="{4C036F42-1A0F-C2B2-5732-B17680EC0777}"/>
              </a:ext>
            </a:extLst>
          </p:cNvPr>
          <p:cNvPicPr>
            <a:picLocks noChangeAspect="1"/>
          </p:cNvPicPr>
          <p:nvPr/>
        </p:nvPicPr>
        <p:blipFill>
          <a:blip r:embed="rId2"/>
          <a:stretch>
            <a:fillRect/>
          </a:stretch>
        </p:blipFill>
        <p:spPr>
          <a:xfrm>
            <a:off x="4555319" y="1407735"/>
            <a:ext cx="7414406" cy="4801314"/>
          </a:xfrm>
          <a:prstGeom prst="rect">
            <a:avLst/>
          </a:prstGeom>
        </p:spPr>
      </p:pic>
      <p:sp>
        <p:nvSpPr>
          <p:cNvPr id="4" name="TextBox 3">
            <a:extLst>
              <a:ext uri="{FF2B5EF4-FFF2-40B4-BE49-F238E27FC236}">
                <a16:creationId xmlns:a16="http://schemas.microsoft.com/office/drawing/2014/main" id="{9B4183C7-5E53-7749-2CFA-BDFB03165102}"/>
              </a:ext>
            </a:extLst>
          </p:cNvPr>
          <p:cNvSpPr txBox="1"/>
          <p:nvPr/>
        </p:nvSpPr>
        <p:spPr>
          <a:xfrm>
            <a:off x="658368" y="1407735"/>
            <a:ext cx="3705837" cy="480131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4472C4">
                    <a:lumMod val="50000"/>
                  </a:srgbClr>
                </a:solidFill>
                <a:effectLst/>
                <a:uLnTx/>
                <a:uFillTx/>
                <a:latin typeface="Times New Roman" panose="02020603050405020304" pitchFamily="18" charset="0"/>
                <a:cs typeface="Times New Roman" panose="02020603050405020304" pitchFamily="18" charset="0"/>
              </a:rPr>
              <a:t>In e‑commerce, Trello is used as a visual project management tool to streamline workflows and improve team collaboration. Businesses can create boards for different areas such as product launches, marketing campaigns, inventory management, or customer support. Within each board, lists can represent stages like </a:t>
            </a:r>
            <a:r>
              <a:rPr kumimoji="0" lang="en-IN" sz="1800" b="0" i="1" u="none" strike="noStrike" kern="1200" cap="none" spc="0" normalizeH="0" baseline="0" noProof="0" dirty="0">
                <a:ln>
                  <a:noFill/>
                </a:ln>
                <a:solidFill>
                  <a:srgbClr val="4472C4">
                    <a:lumMod val="50000"/>
                  </a:srgbClr>
                </a:solidFill>
                <a:effectLst/>
                <a:uLnTx/>
                <a:uFillTx/>
                <a:latin typeface="Times New Roman" panose="02020603050405020304" pitchFamily="18" charset="0"/>
                <a:cs typeface="Times New Roman" panose="02020603050405020304" pitchFamily="18" charset="0"/>
              </a:rPr>
              <a:t>Ideas, In Progress, Testing, and Live</a:t>
            </a:r>
            <a:r>
              <a:rPr kumimoji="0" lang="en-IN" sz="1800" b="0" i="0" u="none" strike="noStrike" kern="1200" cap="none" spc="0" normalizeH="0" baseline="0" noProof="0" dirty="0">
                <a:ln>
                  <a:noFill/>
                </a:ln>
                <a:solidFill>
                  <a:srgbClr val="4472C4">
                    <a:lumMod val="50000"/>
                  </a:srgbClr>
                </a:solidFill>
                <a:effectLst/>
                <a:uLnTx/>
                <a:uFillTx/>
                <a:latin typeface="Times New Roman" panose="02020603050405020304" pitchFamily="18" charset="0"/>
                <a:cs typeface="Times New Roman" panose="02020603050405020304" pitchFamily="18" charset="0"/>
              </a:rPr>
              <a:t>, while cards hold specific tasks such as </a:t>
            </a:r>
            <a:r>
              <a:rPr kumimoji="0" lang="en-IN" sz="1800" b="0" i="1" u="none" strike="noStrike" kern="1200" cap="none" spc="0" normalizeH="0" baseline="0" noProof="0" dirty="0">
                <a:ln>
                  <a:noFill/>
                </a:ln>
                <a:solidFill>
                  <a:srgbClr val="4472C4">
                    <a:lumMod val="50000"/>
                  </a:srgbClr>
                </a:solidFill>
                <a:effectLst/>
                <a:uLnTx/>
                <a:uFillTx/>
                <a:latin typeface="Times New Roman" panose="02020603050405020304" pitchFamily="18" charset="0"/>
                <a:cs typeface="Times New Roman" panose="02020603050405020304" pitchFamily="18" charset="0"/>
              </a:rPr>
              <a:t>upload product images, update pricing, or schedule social media posts</a:t>
            </a:r>
            <a:r>
              <a:rPr kumimoji="0" lang="en-IN" sz="1800" b="0" i="0" u="none" strike="noStrike" kern="1200" cap="none" spc="0" normalizeH="0" baseline="0" noProof="0" dirty="0">
                <a:ln>
                  <a:noFill/>
                </a:ln>
                <a:solidFill>
                  <a:srgbClr val="4472C4">
                    <a:lumMod val="50000"/>
                  </a:srgbClr>
                </a:solidFill>
                <a:effectLst/>
                <a:uLnTx/>
                <a:uFillTx/>
                <a:latin typeface="Times New Roman" panose="02020603050405020304" pitchFamily="18" charset="0"/>
                <a:cs typeface="Times New Roman" panose="02020603050405020304" pitchFamily="18" charset="0"/>
              </a:rPr>
              <a:t>. Labels help categorize tasks by urgency or department, and due dates ensure deadlines are met for promotions or seasonal sales.</a:t>
            </a:r>
          </a:p>
        </p:txBody>
      </p:sp>
    </p:spTree>
    <p:extLst>
      <p:ext uri="{BB962C8B-B14F-4D97-AF65-F5344CB8AC3E}">
        <p14:creationId xmlns:p14="http://schemas.microsoft.com/office/powerpoint/2010/main" val="17228635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823960" y="-274320"/>
            <a:ext cx="3657600" cy="1417320"/>
          </a:xfrm>
          <a:prstGeom prst="rect">
            <a:avLst/>
          </a:prstGeom>
          <a:solidFill>
            <a:srgbClr val="FFC000"/>
          </a:solidFill>
          <a:ln/>
        </p:spPr>
      </p:sp>
      <p:sp>
        <p:nvSpPr>
          <p:cNvPr id="3" name="Shape 1"/>
          <p:cNvSpPr/>
          <p:nvPr/>
        </p:nvSpPr>
        <p:spPr>
          <a:xfrm>
            <a:off x="11109960" y="1097280"/>
            <a:ext cx="1371600" cy="6035040"/>
          </a:xfrm>
          <a:prstGeom prst="rect">
            <a:avLst/>
          </a:prstGeom>
          <a:solidFill>
            <a:srgbClr val="FFC000"/>
          </a:solidFill>
          <a:ln/>
        </p:spPr>
      </p:sp>
      <p:sp>
        <p:nvSpPr>
          <p:cNvPr id="4" name="Shape 2"/>
          <p:cNvSpPr/>
          <p:nvPr/>
        </p:nvSpPr>
        <p:spPr>
          <a:xfrm>
            <a:off x="7955280" y="5806440"/>
            <a:ext cx="4526280" cy="1325880"/>
          </a:xfrm>
          <a:prstGeom prst="rect">
            <a:avLst/>
          </a:prstGeom>
          <a:solidFill>
            <a:srgbClr val="FFC000"/>
          </a:solidFill>
          <a:ln/>
        </p:spPr>
      </p:sp>
      <p:sp>
        <p:nvSpPr>
          <p:cNvPr id="5" name="Shape 3"/>
          <p:cNvSpPr/>
          <p:nvPr/>
        </p:nvSpPr>
        <p:spPr>
          <a:xfrm>
            <a:off x="292608" y="2788920"/>
            <a:ext cx="128016" cy="1874520"/>
          </a:xfrm>
          <a:prstGeom prst="rect">
            <a:avLst/>
          </a:prstGeom>
          <a:solidFill>
            <a:srgbClr val="FFC000"/>
          </a:solidFill>
          <a:ln/>
        </p:spPr>
      </p:sp>
      <p:sp>
        <p:nvSpPr>
          <p:cNvPr id="6" name="Shape 4"/>
          <p:cNvSpPr/>
          <p:nvPr/>
        </p:nvSpPr>
        <p:spPr>
          <a:xfrm>
            <a:off x="512064" y="2788920"/>
            <a:ext cx="128016" cy="1874520"/>
          </a:xfrm>
          <a:prstGeom prst="rect">
            <a:avLst/>
          </a:prstGeom>
          <a:solidFill>
            <a:srgbClr val="FFC000"/>
          </a:solidFill>
          <a:ln/>
        </p:spPr>
      </p:sp>
      <p:sp>
        <p:nvSpPr>
          <p:cNvPr id="7" name="Shape 5"/>
          <p:cNvSpPr/>
          <p:nvPr/>
        </p:nvSpPr>
        <p:spPr>
          <a:xfrm>
            <a:off x="868679" y="1874520"/>
            <a:ext cx="9485812" cy="3063240"/>
          </a:xfrm>
          <a:prstGeom prst="rect">
            <a:avLst/>
          </a:prstGeom>
          <a:solidFill>
            <a:srgbClr val="FFFFFF"/>
          </a:solidFill>
          <a:ln/>
          <a:effectLst>
            <a:outerShdw blurRad="228600" dist="76200" dir="5400000" algn="bl" rotWithShape="0">
              <a:srgbClr val="999999">
                <a:alpha val="35000"/>
              </a:srgbClr>
            </a:outerShdw>
          </a:effectLst>
        </p:spPr>
      </p:sp>
      <p:sp>
        <p:nvSpPr>
          <p:cNvPr id="8" name="Text 6"/>
          <p:cNvSpPr/>
          <p:nvPr/>
        </p:nvSpPr>
        <p:spPr>
          <a:xfrm>
            <a:off x="1234440" y="2148840"/>
            <a:ext cx="804672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1188720" y="2423160"/>
            <a:ext cx="8138160" cy="1965960"/>
          </a:xfrm>
          <a:prstGeom prst="rect">
            <a:avLst/>
          </a:prstGeom>
          <a:noFill/>
          <a:ln/>
        </p:spPr>
        <p:txBody>
          <a:bodyPr wrap="square" lIns="0" tIns="0" rIns="0" bIns="0" rtlCol="0" anchor="ctr"/>
          <a:lstStyle/>
          <a:p>
            <a:pPr marL="0" marR="0" lvl="0" indent="0" algn="l" defTabSz="914400" rtl="0" eaLnBrk="1" fontAlgn="auto" latinLnBrk="0" hangingPunct="1">
              <a:lnSpc>
                <a:spcPct val="102000"/>
              </a:lnSpc>
              <a:spcBef>
                <a:spcPts val="0"/>
              </a:spcBef>
              <a:spcAft>
                <a:spcPts val="0"/>
              </a:spcAft>
              <a:buClrTx/>
              <a:buSzTx/>
              <a:buFontTx/>
              <a:buNone/>
              <a:tabLst/>
              <a:defRPr/>
            </a:pPr>
            <a:r>
              <a:rPr kumimoji="0" lang="en-US" sz="5400" b="1" i="0" u="none" strike="noStrike" kern="1200" cap="none" spc="0" normalizeH="0" baseline="0" noProof="0" dirty="0">
                <a:ln>
                  <a:noFill/>
                </a:ln>
                <a:solidFill>
                  <a:srgbClr val="111111"/>
                </a:solidFill>
                <a:effectLst/>
                <a:uLnTx/>
                <a:uFillTx/>
                <a:latin typeface="Times New Roman" panose="02020603050405020304" pitchFamily="18" charset="0"/>
                <a:ea typeface="Cambria" pitchFamily="34" charset="-122"/>
                <a:cs typeface="Times New Roman" panose="02020603050405020304" pitchFamily="18" charset="0"/>
              </a:rPr>
              <a:t>What is</a:t>
            </a:r>
            <a:r>
              <a:rPr kumimoji="0" lang="en-US" sz="5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5400" b="1" i="0" u="none" strike="noStrike" kern="1200" cap="none" spc="0" normalizeH="0" baseline="0" noProof="0" dirty="0">
                <a:ln>
                  <a:noFill/>
                </a:ln>
                <a:solidFill>
                  <a:srgbClr val="111111"/>
                </a:solidFill>
                <a:effectLst/>
                <a:uLnTx/>
                <a:uFillTx/>
                <a:latin typeface="Times New Roman" panose="02020603050405020304" pitchFamily="18" charset="0"/>
                <a:ea typeface="Cambria" pitchFamily="34" charset="-122"/>
                <a:cs typeface="Times New Roman" panose="02020603050405020304" pitchFamily="18" charset="0"/>
              </a:rPr>
              <a:t>Azure Boards?</a:t>
            </a:r>
            <a:endParaRPr kumimoji="0" lang="en-US" sz="5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10" name="Text 8"/>
          <p:cNvSpPr/>
          <p:nvPr/>
        </p:nvSpPr>
        <p:spPr>
          <a:xfrm>
            <a:off x="1234439" y="3997234"/>
            <a:ext cx="9043849"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002060"/>
                </a:solidFill>
                <a:effectLst/>
                <a:uLnTx/>
                <a:uFillTx/>
                <a:latin typeface="Lucida Bright" panose="02040602050505020304" pitchFamily="18" charset="0"/>
                <a:ea typeface="Calibri" pitchFamily="34" charset="-122"/>
                <a:cs typeface="Calibri" pitchFamily="34" charset="-120"/>
              </a:rPr>
              <a:t>A work tracking tool inside Azure DevOps for planning, organizing, and tracking software projects.</a:t>
            </a:r>
            <a:endParaRPr kumimoji="0" lang="en-US" sz="1400" b="0" i="0" u="none" strike="noStrike" kern="1200" cap="none" spc="0" normalizeH="0" baseline="0" noProof="0" dirty="0">
              <a:ln>
                <a:noFill/>
              </a:ln>
              <a:solidFill>
                <a:srgbClr val="002060"/>
              </a:solidFill>
              <a:effectLst/>
              <a:uLnTx/>
              <a:uFillTx/>
              <a:latin typeface="Lucida Bright" panose="02040602050505020304" pitchFamily="18" charset="0"/>
              <a:ea typeface="+mn-ea"/>
              <a:cs typeface="+mn-c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0363200" y="4572"/>
            <a:ext cx="1828800" cy="1188720"/>
          </a:xfrm>
          <a:prstGeom prst="rect">
            <a:avLst/>
          </a:prstGeom>
          <a:solidFill>
            <a:srgbClr val="E8A33D"/>
          </a:solidFill>
          <a:ln/>
        </p:spPr>
      </p:sp>
      <p:sp>
        <p:nvSpPr>
          <p:cNvPr id="3" name="Shape 1"/>
          <p:cNvSpPr/>
          <p:nvPr/>
        </p:nvSpPr>
        <p:spPr>
          <a:xfrm>
            <a:off x="10147185" y="630936"/>
            <a:ext cx="1005840" cy="737006"/>
          </a:xfrm>
          <a:prstGeom prst="rect">
            <a:avLst/>
          </a:prstGeom>
          <a:solidFill>
            <a:srgbClr val="FFFFFF"/>
          </a:solidFill>
          <a:ln/>
        </p:spPr>
      </p:sp>
      <p:sp>
        <p:nvSpPr>
          <p:cNvPr id="4" name="Text 2"/>
          <p:cNvSpPr/>
          <p:nvPr/>
        </p:nvSpPr>
        <p:spPr>
          <a:xfrm>
            <a:off x="478536" y="498348"/>
            <a:ext cx="3129608" cy="77724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1F1F1F"/>
                </a:solidFill>
                <a:effectLst/>
                <a:uLnTx/>
                <a:uFillTx/>
                <a:latin typeface="Times New Roman" panose="02020603050405020304" pitchFamily="18" charset="0"/>
                <a:ea typeface="Cambria" pitchFamily="34" charset="-122"/>
                <a:cs typeface="Times New Roman" panose="02020603050405020304" pitchFamily="18" charset="0"/>
              </a:rPr>
              <a:t>Azure Boards</a:t>
            </a:r>
            <a:endParaRPr kumimoji="0" lang="en-US" sz="4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5" name="Text 3"/>
          <p:cNvSpPr/>
          <p:nvPr/>
        </p:nvSpPr>
        <p:spPr>
          <a:xfrm>
            <a:off x="640080" y="1207008"/>
            <a:ext cx="10102838"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6B6B6B"/>
                </a:solidFill>
                <a:effectLst/>
                <a:uLnTx/>
                <a:uFillTx/>
                <a:latin typeface="Times New Roman" panose="02020603050405020304" pitchFamily="18" charset="0"/>
                <a:ea typeface="Calibri" pitchFamily="34" charset="-122"/>
                <a:cs typeface="Times New Roman" panose="02020603050405020304" pitchFamily="18" charset="0"/>
              </a:rPr>
              <a:t>Introduction to Project Management Tools</a:t>
            </a: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6" name="Shape 4"/>
          <p:cNvSpPr/>
          <p:nvPr/>
        </p:nvSpPr>
        <p:spPr>
          <a:xfrm>
            <a:off x="658368" y="1627632"/>
            <a:ext cx="1005840" cy="0"/>
          </a:xfrm>
          <a:prstGeom prst="line">
            <a:avLst/>
          </a:prstGeom>
          <a:noFill/>
          <a:ln w="31750">
            <a:solidFill>
              <a:srgbClr val="E8A33D"/>
            </a:solidFill>
            <a:prstDash val="solid"/>
          </a:ln>
        </p:spPr>
      </p:sp>
      <p:sp>
        <p:nvSpPr>
          <p:cNvPr id="7" name="Shape 5"/>
          <p:cNvSpPr/>
          <p:nvPr/>
        </p:nvSpPr>
        <p:spPr>
          <a:xfrm>
            <a:off x="640080" y="2148840"/>
            <a:ext cx="658368" cy="658368"/>
          </a:xfrm>
          <a:prstGeom prst="ellipse">
            <a:avLst/>
          </a:prstGeom>
          <a:solidFill>
            <a:srgbClr val="E8A33D"/>
          </a:solidFill>
          <a:ln/>
        </p:spPr>
      </p:sp>
      <p:pic>
        <p:nvPicPr>
          <p:cNvPr id="8" name="Image 0" descr="/home/claude/azure_boards/icons/board_white.png"/>
          <p:cNvPicPr>
            <a:picLocks noChangeAspect="1"/>
          </p:cNvPicPr>
          <p:nvPr/>
        </p:nvPicPr>
        <p:blipFill>
          <a:blip r:embed="rId3"/>
          <a:stretch>
            <a:fillRect/>
          </a:stretch>
        </p:blipFill>
        <p:spPr>
          <a:xfrm>
            <a:off x="822960" y="2331720"/>
            <a:ext cx="292608" cy="292608"/>
          </a:xfrm>
          <a:prstGeom prst="rect">
            <a:avLst/>
          </a:prstGeom>
        </p:spPr>
      </p:pic>
      <p:sp>
        <p:nvSpPr>
          <p:cNvPr id="9" name="Text 6"/>
          <p:cNvSpPr/>
          <p:nvPr/>
        </p:nvSpPr>
        <p:spPr>
          <a:xfrm>
            <a:off x="1508759" y="2121408"/>
            <a:ext cx="10313313" cy="38404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1F1F"/>
                </a:solidFill>
                <a:effectLst/>
                <a:uLnTx/>
                <a:uFillTx/>
                <a:latin typeface="Times New Roman" panose="02020603050405020304" pitchFamily="18" charset="0"/>
                <a:ea typeface="Calibri" pitchFamily="34" charset="-122"/>
                <a:cs typeface="Times New Roman" panose="02020603050405020304" pitchFamily="18" charset="0"/>
              </a:rPr>
              <a:t>A work tracking tool inside Azure DevOps</a:t>
            </a:r>
            <a:endPar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10" name="Text 7"/>
          <p:cNvSpPr/>
          <p:nvPr/>
        </p:nvSpPr>
        <p:spPr>
          <a:xfrm>
            <a:off x="1508759" y="2532888"/>
            <a:ext cx="10313313" cy="3657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6B6B6B"/>
                </a:solidFill>
                <a:effectLst/>
                <a:uLnTx/>
                <a:uFillTx/>
                <a:latin typeface="Times New Roman" panose="02020603050405020304" pitchFamily="18" charset="0"/>
                <a:ea typeface="Calibri" pitchFamily="34" charset="-122"/>
                <a:cs typeface="Times New Roman" panose="02020603050405020304" pitchFamily="18" charset="0"/>
              </a:rPr>
              <a:t>Used to plan and manage software projects end-to-end</a:t>
            </a: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11" name="Shape 8"/>
          <p:cNvSpPr/>
          <p:nvPr/>
        </p:nvSpPr>
        <p:spPr>
          <a:xfrm>
            <a:off x="640080" y="3383280"/>
            <a:ext cx="658368" cy="658368"/>
          </a:xfrm>
          <a:prstGeom prst="ellipse">
            <a:avLst/>
          </a:prstGeom>
          <a:solidFill>
            <a:srgbClr val="E8A33D"/>
          </a:solidFill>
          <a:ln/>
        </p:spPr>
      </p:sp>
      <p:pic>
        <p:nvPicPr>
          <p:cNvPr id="12" name="Image 1" descr="/home/claude/azure_boards/icons/assign_white.png"/>
          <p:cNvPicPr>
            <a:picLocks noChangeAspect="1"/>
          </p:cNvPicPr>
          <p:nvPr/>
        </p:nvPicPr>
        <p:blipFill>
          <a:blip r:embed="rId4"/>
          <a:stretch>
            <a:fillRect/>
          </a:stretch>
        </p:blipFill>
        <p:spPr>
          <a:xfrm>
            <a:off x="822960" y="3566160"/>
            <a:ext cx="292608" cy="292608"/>
          </a:xfrm>
          <a:prstGeom prst="rect">
            <a:avLst/>
          </a:prstGeom>
        </p:spPr>
      </p:pic>
      <p:sp>
        <p:nvSpPr>
          <p:cNvPr id="13" name="Text 9"/>
          <p:cNvSpPr/>
          <p:nvPr/>
        </p:nvSpPr>
        <p:spPr>
          <a:xfrm>
            <a:off x="1508759" y="3355848"/>
            <a:ext cx="10313313" cy="38404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1F1F"/>
                </a:solidFill>
                <a:effectLst/>
                <a:uLnTx/>
                <a:uFillTx/>
                <a:latin typeface="Times New Roman" panose="02020603050405020304" pitchFamily="18" charset="0"/>
                <a:ea typeface="Calibri" pitchFamily="34" charset="-122"/>
                <a:cs typeface="Times New Roman" panose="02020603050405020304" pitchFamily="18" charset="0"/>
              </a:rPr>
              <a:t>Helps teams plan, organize, assign &amp; track work</a:t>
            </a:r>
            <a:endPar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14" name="Text 10"/>
          <p:cNvSpPr/>
          <p:nvPr/>
        </p:nvSpPr>
        <p:spPr>
          <a:xfrm>
            <a:off x="1508759" y="3767328"/>
            <a:ext cx="10313313" cy="3657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6B6B6B"/>
                </a:solidFill>
                <a:effectLst/>
                <a:uLnTx/>
                <a:uFillTx/>
                <a:latin typeface="Times New Roman" panose="02020603050405020304" pitchFamily="18" charset="0"/>
                <a:ea typeface="Calibri" pitchFamily="34" charset="-122"/>
                <a:cs typeface="Times New Roman" panose="02020603050405020304" pitchFamily="18" charset="0"/>
              </a:rPr>
              <a:t>From high-level goals down to daily tasks</a:t>
            </a: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15" name="Shape 11"/>
          <p:cNvSpPr/>
          <p:nvPr/>
        </p:nvSpPr>
        <p:spPr>
          <a:xfrm>
            <a:off x="640080" y="4617720"/>
            <a:ext cx="658368" cy="658368"/>
          </a:xfrm>
          <a:prstGeom prst="ellipse">
            <a:avLst/>
          </a:prstGeom>
          <a:solidFill>
            <a:srgbClr val="E8A33D"/>
          </a:solidFill>
          <a:ln/>
        </p:spPr>
      </p:sp>
      <p:pic>
        <p:nvPicPr>
          <p:cNvPr id="16" name="Image 2" descr="/home/claude/azure_boards/icons/story_white.png"/>
          <p:cNvPicPr>
            <a:picLocks noChangeAspect="1"/>
          </p:cNvPicPr>
          <p:nvPr/>
        </p:nvPicPr>
        <p:blipFill>
          <a:blip r:embed="rId5"/>
          <a:stretch>
            <a:fillRect/>
          </a:stretch>
        </p:blipFill>
        <p:spPr>
          <a:xfrm>
            <a:off x="822960" y="4800600"/>
            <a:ext cx="292608" cy="292608"/>
          </a:xfrm>
          <a:prstGeom prst="rect">
            <a:avLst/>
          </a:prstGeom>
        </p:spPr>
      </p:pic>
      <p:sp>
        <p:nvSpPr>
          <p:cNvPr id="17" name="Text 12"/>
          <p:cNvSpPr/>
          <p:nvPr/>
        </p:nvSpPr>
        <p:spPr>
          <a:xfrm>
            <a:off x="1508759" y="4590288"/>
            <a:ext cx="10313313" cy="38404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1F1F"/>
                </a:solidFill>
                <a:effectLst/>
                <a:uLnTx/>
                <a:uFillTx/>
                <a:latin typeface="Times New Roman" panose="02020603050405020304" pitchFamily="18" charset="0"/>
                <a:ea typeface="Calibri" pitchFamily="34" charset="-122"/>
                <a:cs typeface="Times New Roman" panose="02020603050405020304" pitchFamily="18" charset="0"/>
              </a:rPr>
              <a:t>Supports Agile and Scrum methodologies</a:t>
            </a:r>
            <a:endPar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18" name="Text 13"/>
          <p:cNvSpPr/>
          <p:nvPr/>
        </p:nvSpPr>
        <p:spPr>
          <a:xfrm>
            <a:off x="1508759" y="5001768"/>
            <a:ext cx="10313313" cy="3657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6B6B6B"/>
                </a:solidFill>
                <a:effectLst/>
                <a:uLnTx/>
                <a:uFillTx/>
                <a:latin typeface="Times New Roman" panose="02020603050405020304" pitchFamily="18" charset="0"/>
                <a:ea typeface="Calibri" pitchFamily="34" charset="-122"/>
                <a:cs typeface="Times New Roman" panose="02020603050405020304" pitchFamily="18" charset="0"/>
              </a:rPr>
              <a:t>Fits naturally into modern software teams</a:t>
            </a: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0820400" y="-43754"/>
            <a:ext cx="1371600" cy="914400"/>
          </a:xfrm>
          <a:prstGeom prst="rect">
            <a:avLst/>
          </a:prstGeom>
          <a:solidFill>
            <a:srgbClr val="E8A33D"/>
          </a:solidFill>
          <a:ln/>
        </p:spPr>
      </p:sp>
      <p:sp>
        <p:nvSpPr>
          <p:cNvPr id="3" name="Shape 1"/>
          <p:cNvSpPr/>
          <p:nvPr/>
        </p:nvSpPr>
        <p:spPr>
          <a:xfrm>
            <a:off x="10821924" y="403123"/>
            <a:ext cx="754380" cy="566928"/>
          </a:xfrm>
          <a:prstGeom prst="rect">
            <a:avLst/>
          </a:prstGeom>
          <a:solidFill>
            <a:srgbClr val="FFFFFF"/>
          </a:solidFill>
          <a:ln/>
        </p:spPr>
      </p:sp>
      <p:sp>
        <p:nvSpPr>
          <p:cNvPr id="4" name="Text 2"/>
          <p:cNvSpPr/>
          <p:nvPr/>
        </p:nvSpPr>
        <p:spPr>
          <a:xfrm>
            <a:off x="640080" y="457200"/>
            <a:ext cx="96012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1F1F1F"/>
                </a:solidFill>
                <a:effectLst/>
                <a:uLnTx/>
                <a:uFillTx/>
                <a:latin typeface="Cambria" pitchFamily="34" charset="0"/>
                <a:ea typeface="Cambria" pitchFamily="34" charset="-122"/>
                <a:cs typeface="Cambria" pitchFamily="34" charset="-120"/>
              </a:rPr>
              <a:t>Key Components of Azure Boards</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640080" y="1051560"/>
            <a:ext cx="105156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prstClr val="black"/>
                </a:solidFill>
                <a:effectLst/>
                <a:uLnTx/>
                <a:uFillTx/>
                <a:latin typeface="Calibri" pitchFamily="34" charset="0"/>
                <a:ea typeface="Calibri" pitchFamily="34" charset="-122"/>
                <a:cs typeface="Calibri" pitchFamily="34" charset="-120"/>
              </a:rPr>
              <a:t>Work items are organized in a simple hierarchy, from big goals down to daily tasks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658368" y="1444752"/>
            <a:ext cx="1005840" cy="0"/>
          </a:xfrm>
          <a:prstGeom prst="line">
            <a:avLst/>
          </a:prstGeom>
          <a:noFill/>
          <a:ln w="31750">
            <a:solidFill>
              <a:srgbClr val="E8A33D"/>
            </a:solidFill>
            <a:prstDash val="solid"/>
          </a:ln>
        </p:spPr>
      </p:sp>
      <p:sp>
        <p:nvSpPr>
          <p:cNvPr id="7" name="Shape 5"/>
          <p:cNvSpPr/>
          <p:nvPr/>
        </p:nvSpPr>
        <p:spPr>
          <a:xfrm>
            <a:off x="640080" y="1965960"/>
            <a:ext cx="2084832" cy="3749040"/>
          </a:xfrm>
          <a:prstGeom prst="rect">
            <a:avLst/>
          </a:prstGeom>
          <a:solidFill>
            <a:srgbClr val="D9622C"/>
          </a:solidFill>
          <a:ln/>
        </p:spPr>
      </p:sp>
      <p:sp>
        <p:nvSpPr>
          <p:cNvPr id="8" name="Text 6"/>
          <p:cNvSpPr/>
          <p:nvPr/>
        </p:nvSpPr>
        <p:spPr>
          <a:xfrm>
            <a:off x="804672" y="2194560"/>
            <a:ext cx="1755648"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01</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804672" y="2880360"/>
            <a:ext cx="548640" cy="548640"/>
          </a:xfrm>
          <a:prstGeom prst="ellipse">
            <a:avLst/>
          </a:prstGeom>
          <a:solidFill>
            <a:srgbClr val="FFFFFF"/>
          </a:solidFill>
          <a:ln/>
        </p:spPr>
      </p:sp>
      <p:pic>
        <p:nvPicPr>
          <p:cNvPr id="10" name="Image 0" descr="/home/claude/azure_boards/icons/epic_charcoal.png"/>
          <p:cNvPicPr>
            <a:picLocks noChangeAspect="1"/>
          </p:cNvPicPr>
          <p:nvPr/>
        </p:nvPicPr>
        <p:blipFill>
          <a:blip r:embed="rId3"/>
          <a:stretch>
            <a:fillRect/>
          </a:stretch>
        </p:blipFill>
        <p:spPr>
          <a:xfrm>
            <a:off x="923544" y="2999232"/>
            <a:ext cx="310896" cy="310896"/>
          </a:xfrm>
          <a:prstGeom prst="rect">
            <a:avLst/>
          </a:prstGeom>
        </p:spPr>
      </p:pic>
      <p:sp>
        <p:nvSpPr>
          <p:cNvPr id="11" name="Text 8"/>
          <p:cNvSpPr/>
          <p:nvPr/>
        </p:nvSpPr>
        <p:spPr>
          <a:xfrm>
            <a:off x="804672" y="3657600"/>
            <a:ext cx="1755648"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Times New Roman" panose="02020603050405020304" pitchFamily="18" charset="0"/>
                <a:ea typeface="Calibri" pitchFamily="34" charset="-122"/>
                <a:cs typeface="Times New Roman" panose="02020603050405020304" pitchFamily="18" charset="0"/>
              </a:rPr>
              <a:t>Epic</a:t>
            </a: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12" name="Text 9"/>
          <p:cNvSpPr/>
          <p:nvPr/>
        </p:nvSpPr>
        <p:spPr>
          <a:xfrm>
            <a:off x="804672" y="4160520"/>
            <a:ext cx="1755648" cy="13716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Times New Roman" panose="02020603050405020304" pitchFamily="18" charset="0"/>
                <a:ea typeface="Calibri" pitchFamily="34" charset="-122"/>
                <a:cs typeface="Times New Roman" panose="02020603050405020304" pitchFamily="18" charset="0"/>
              </a:rPr>
              <a:t>Largest body of work</a:t>
            </a:r>
            <a:endPar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13" name="Shape 10"/>
          <p:cNvSpPr/>
          <p:nvPr/>
        </p:nvSpPr>
        <p:spPr>
          <a:xfrm>
            <a:off x="2852928" y="1965960"/>
            <a:ext cx="2084832" cy="3749040"/>
          </a:xfrm>
          <a:prstGeom prst="rect">
            <a:avLst/>
          </a:prstGeom>
          <a:solidFill>
            <a:srgbClr val="8C8C8C"/>
          </a:solidFill>
          <a:ln/>
        </p:spPr>
      </p:sp>
      <p:sp>
        <p:nvSpPr>
          <p:cNvPr id="14" name="Text 11"/>
          <p:cNvSpPr/>
          <p:nvPr/>
        </p:nvSpPr>
        <p:spPr>
          <a:xfrm>
            <a:off x="3017520" y="2194560"/>
            <a:ext cx="1755648"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02</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2"/>
          <p:cNvSpPr/>
          <p:nvPr/>
        </p:nvSpPr>
        <p:spPr>
          <a:xfrm>
            <a:off x="3017520" y="2880360"/>
            <a:ext cx="548640" cy="548640"/>
          </a:xfrm>
          <a:prstGeom prst="ellipse">
            <a:avLst/>
          </a:prstGeom>
          <a:solidFill>
            <a:srgbClr val="FFFFFF"/>
          </a:solidFill>
          <a:ln/>
        </p:spPr>
      </p:sp>
      <p:pic>
        <p:nvPicPr>
          <p:cNvPr id="16" name="Image 1" descr="/home/claude/azure_boards/icons/feature_charcoal.png"/>
          <p:cNvPicPr>
            <a:picLocks noChangeAspect="1"/>
          </p:cNvPicPr>
          <p:nvPr/>
        </p:nvPicPr>
        <p:blipFill>
          <a:blip r:embed="rId4"/>
          <a:stretch>
            <a:fillRect/>
          </a:stretch>
        </p:blipFill>
        <p:spPr>
          <a:xfrm>
            <a:off x="3136392" y="2999232"/>
            <a:ext cx="310896" cy="310896"/>
          </a:xfrm>
          <a:prstGeom prst="rect">
            <a:avLst/>
          </a:prstGeom>
        </p:spPr>
      </p:pic>
      <p:sp>
        <p:nvSpPr>
          <p:cNvPr id="17" name="Text 13"/>
          <p:cNvSpPr/>
          <p:nvPr/>
        </p:nvSpPr>
        <p:spPr>
          <a:xfrm>
            <a:off x="3017520" y="3657600"/>
            <a:ext cx="1755648"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Times New Roman" panose="02020603050405020304" pitchFamily="18" charset="0"/>
                <a:ea typeface="Calibri" pitchFamily="34" charset="-122"/>
                <a:cs typeface="Times New Roman" panose="02020603050405020304" pitchFamily="18" charset="0"/>
              </a:rPr>
              <a:t>Feature</a:t>
            </a: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18" name="Text 14"/>
          <p:cNvSpPr/>
          <p:nvPr/>
        </p:nvSpPr>
        <p:spPr>
          <a:xfrm>
            <a:off x="3017520" y="4160520"/>
            <a:ext cx="1755648" cy="13716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Times New Roman" panose="02020603050405020304" pitchFamily="18" charset="0"/>
                <a:ea typeface="Calibri" pitchFamily="34" charset="-122"/>
                <a:cs typeface="Times New Roman" panose="02020603050405020304" pitchFamily="18" charset="0"/>
              </a:rPr>
              <a:t>A deliverable piece of a project</a:t>
            </a:r>
            <a:endPar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19" name="Shape 15"/>
          <p:cNvSpPr/>
          <p:nvPr/>
        </p:nvSpPr>
        <p:spPr>
          <a:xfrm>
            <a:off x="5065776" y="1965960"/>
            <a:ext cx="2084832" cy="3749040"/>
          </a:xfrm>
          <a:prstGeom prst="rect">
            <a:avLst/>
          </a:prstGeom>
          <a:solidFill>
            <a:srgbClr val="C98A2E"/>
          </a:solidFill>
          <a:ln/>
        </p:spPr>
      </p:sp>
      <p:sp>
        <p:nvSpPr>
          <p:cNvPr id="20" name="Text 16"/>
          <p:cNvSpPr/>
          <p:nvPr/>
        </p:nvSpPr>
        <p:spPr>
          <a:xfrm>
            <a:off x="5230368" y="2194560"/>
            <a:ext cx="1755648"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03</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7"/>
          <p:cNvSpPr/>
          <p:nvPr/>
        </p:nvSpPr>
        <p:spPr>
          <a:xfrm>
            <a:off x="5230368" y="2880360"/>
            <a:ext cx="548640" cy="548640"/>
          </a:xfrm>
          <a:prstGeom prst="ellipse">
            <a:avLst/>
          </a:prstGeom>
          <a:solidFill>
            <a:srgbClr val="FFFFFF"/>
          </a:solidFill>
          <a:ln/>
        </p:spPr>
      </p:sp>
      <p:pic>
        <p:nvPicPr>
          <p:cNvPr id="22" name="Image 2" descr="/home/claude/azure_boards/icons/story_charcoal.png"/>
          <p:cNvPicPr>
            <a:picLocks noChangeAspect="1"/>
          </p:cNvPicPr>
          <p:nvPr/>
        </p:nvPicPr>
        <p:blipFill>
          <a:blip r:embed="rId5"/>
          <a:stretch>
            <a:fillRect/>
          </a:stretch>
        </p:blipFill>
        <p:spPr>
          <a:xfrm>
            <a:off x="5349240" y="2999232"/>
            <a:ext cx="310896" cy="310896"/>
          </a:xfrm>
          <a:prstGeom prst="rect">
            <a:avLst/>
          </a:prstGeom>
        </p:spPr>
      </p:pic>
      <p:sp>
        <p:nvSpPr>
          <p:cNvPr id="23" name="Text 18"/>
          <p:cNvSpPr/>
          <p:nvPr/>
        </p:nvSpPr>
        <p:spPr>
          <a:xfrm>
            <a:off x="5230368" y="3657600"/>
            <a:ext cx="1755648"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Times New Roman" panose="02020603050405020304" pitchFamily="18" charset="0"/>
                <a:ea typeface="Calibri" pitchFamily="34" charset="-122"/>
                <a:cs typeface="Times New Roman" panose="02020603050405020304" pitchFamily="18" charset="0"/>
              </a:rPr>
              <a:t>User Story</a:t>
            </a: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24" name="Text 19"/>
          <p:cNvSpPr/>
          <p:nvPr/>
        </p:nvSpPr>
        <p:spPr>
          <a:xfrm>
            <a:off x="5230368" y="4160520"/>
            <a:ext cx="1755648" cy="13716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Times New Roman" panose="02020603050405020304" pitchFamily="18" charset="0"/>
                <a:ea typeface="Calibri" pitchFamily="34" charset="-122"/>
                <a:cs typeface="Times New Roman" panose="02020603050405020304" pitchFamily="18" charset="0"/>
              </a:rPr>
              <a:t>A user need or requirement</a:t>
            </a:r>
            <a:endPar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25" name="Shape 20"/>
          <p:cNvSpPr/>
          <p:nvPr/>
        </p:nvSpPr>
        <p:spPr>
          <a:xfrm>
            <a:off x="7278624" y="1965960"/>
            <a:ext cx="2084832" cy="3749040"/>
          </a:xfrm>
          <a:prstGeom prst="rect">
            <a:avLst/>
          </a:prstGeom>
          <a:solidFill>
            <a:srgbClr val="3E7CB1"/>
          </a:solidFill>
          <a:ln/>
        </p:spPr>
      </p:sp>
      <p:sp>
        <p:nvSpPr>
          <p:cNvPr id="26" name="Text 21"/>
          <p:cNvSpPr/>
          <p:nvPr/>
        </p:nvSpPr>
        <p:spPr>
          <a:xfrm>
            <a:off x="7443216" y="2194560"/>
            <a:ext cx="1755648"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04</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Shape 22"/>
          <p:cNvSpPr/>
          <p:nvPr/>
        </p:nvSpPr>
        <p:spPr>
          <a:xfrm>
            <a:off x="7443216" y="2880360"/>
            <a:ext cx="548640" cy="548640"/>
          </a:xfrm>
          <a:prstGeom prst="ellipse">
            <a:avLst/>
          </a:prstGeom>
          <a:solidFill>
            <a:srgbClr val="FFFFFF"/>
          </a:solidFill>
          <a:ln/>
        </p:spPr>
      </p:sp>
      <p:pic>
        <p:nvPicPr>
          <p:cNvPr id="28" name="Image 3" descr="/home/claude/azure_boards/icons/task_charcoal.png"/>
          <p:cNvPicPr>
            <a:picLocks noChangeAspect="1"/>
          </p:cNvPicPr>
          <p:nvPr/>
        </p:nvPicPr>
        <p:blipFill>
          <a:blip r:embed="rId6"/>
          <a:stretch>
            <a:fillRect/>
          </a:stretch>
        </p:blipFill>
        <p:spPr>
          <a:xfrm>
            <a:off x="7562088" y="2999232"/>
            <a:ext cx="310896" cy="310896"/>
          </a:xfrm>
          <a:prstGeom prst="rect">
            <a:avLst/>
          </a:prstGeom>
        </p:spPr>
      </p:pic>
      <p:sp>
        <p:nvSpPr>
          <p:cNvPr id="29" name="Text 23"/>
          <p:cNvSpPr/>
          <p:nvPr/>
        </p:nvSpPr>
        <p:spPr>
          <a:xfrm>
            <a:off x="7443216" y="3657600"/>
            <a:ext cx="1755648"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Times New Roman" panose="02020603050405020304" pitchFamily="18" charset="0"/>
                <a:ea typeface="Calibri" pitchFamily="34" charset="-122"/>
                <a:cs typeface="Times New Roman" panose="02020603050405020304" pitchFamily="18" charset="0"/>
              </a:rPr>
              <a:t>Task</a:t>
            </a: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30" name="Text 24"/>
          <p:cNvSpPr/>
          <p:nvPr/>
        </p:nvSpPr>
        <p:spPr>
          <a:xfrm>
            <a:off x="7443216" y="4160520"/>
            <a:ext cx="1755648" cy="13716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Times New Roman" panose="02020603050405020304" pitchFamily="18" charset="0"/>
                <a:ea typeface="Calibri" pitchFamily="34" charset="-122"/>
                <a:cs typeface="Times New Roman" panose="02020603050405020304" pitchFamily="18" charset="0"/>
              </a:rPr>
              <a:t>A concrete unit of work</a:t>
            </a:r>
            <a:endPar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31" name="Shape 25"/>
          <p:cNvSpPr/>
          <p:nvPr/>
        </p:nvSpPr>
        <p:spPr>
          <a:xfrm>
            <a:off x="9491472" y="1965960"/>
            <a:ext cx="2084832" cy="3749040"/>
          </a:xfrm>
          <a:prstGeom prst="rect">
            <a:avLst/>
          </a:prstGeom>
          <a:solidFill>
            <a:srgbClr val="C0392B"/>
          </a:solidFill>
          <a:ln/>
        </p:spPr>
      </p:sp>
      <p:sp>
        <p:nvSpPr>
          <p:cNvPr id="32" name="Text 26"/>
          <p:cNvSpPr/>
          <p:nvPr/>
        </p:nvSpPr>
        <p:spPr>
          <a:xfrm>
            <a:off x="9656064" y="2194560"/>
            <a:ext cx="1755648"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05</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Shape 27"/>
          <p:cNvSpPr/>
          <p:nvPr/>
        </p:nvSpPr>
        <p:spPr>
          <a:xfrm>
            <a:off x="9656064" y="2880360"/>
            <a:ext cx="548640" cy="548640"/>
          </a:xfrm>
          <a:prstGeom prst="ellipse">
            <a:avLst/>
          </a:prstGeom>
          <a:solidFill>
            <a:srgbClr val="FFFFFF"/>
          </a:solidFill>
          <a:ln/>
        </p:spPr>
      </p:sp>
      <p:pic>
        <p:nvPicPr>
          <p:cNvPr id="34" name="Image 4" descr="/home/claude/azure_boards/icons/bug_charcoal.png"/>
          <p:cNvPicPr>
            <a:picLocks noChangeAspect="1"/>
          </p:cNvPicPr>
          <p:nvPr/>
        </p:nvPicPr>
        <p:blipFill>
          <a:blip r:embed="rId7"/>
          <a:stretch>
            <a:fillRect/>
          </a:stretch>
        </p:blipFill>
        <p:spPr>
          <a:xfrm>
            <a:off x="9774936" y="2999232"/>
            <a:ext cx="310896" cy="310896"/>
          </a:xfrm>
          <a:prstGeom prst="rect">
            <a:avLst/>
          </a:prstGeom>
        </p:spPr>
      </p:pic>
      <p:sp>
        <p:nvSpPr>
          <p:cNvPr id="35" name="Text 28"/>
          <p:cNvSpPr/>
          <p:nvPr/>
        </p:nvSpPr>
        <p:spPr>
          <a:xfrm>
            <a:off x="9656064" y="3657600"/>
            <a:ext cx="1755648"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Times New Roman" panose="02020603050405020304" pitchFamily="18" charset="0"/>
                <a:ea typeface="Calibri" pitchFamily="34" charset="-122"/>
                <a:cs typeface="Times New Roman" panose="02020603050405020304" pitchFamily="18" charset="0"/>
              </a:rPr>
              <a:t>Bug</a:t>
            </a: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36" name="Text 29"/>
          <p:cNvSpPr/>
          <p:nvPr/>
        </p:nvSpPr>
        <p:spPr>
          <a:xfrm>
            <a:off x="9656064" y="4160520"/>
            <a:ext cx="1755648" cy="13716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Times New Roman" panose="02020603050405020304" pitchFamily="18" charset="0"/>
                <a:ea typeface="Calibri" pitchFamily="34" charset="-122"/>
                <a:cs typeface="Times New Roman" panose="02020603050405020304" pitchFamily="18" charset="0"/>
              </a:rPr>
              <a:t>An issue to be fixed</a:t>
            </a:r>
            <a:endPar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37" name="Text 30"/>
          <p:cNvSpPr/>
          <p:nvPr/>
        </p:nvSpPr>
        <p:spPr>
          <a:xfrm>
            <a:off x="640080" y="5943600"/>
            <a:ext cx="105156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21771"/>
            <a:ext cx="1188720" cy="960120"/>
          </a:xfrm>
          <a:prstGeom prst="rect">
            <a:avLst/>
          </a:prstGeom>
          <a:solidFill>
            <a:srgbClr val="FFC000"/>
          </a:solidFill>
          <a:ln/>
        </p:spPr>
      </p:sp>
      <p:sp>
        <p:nvSpPr>
          <p:cNvPr id="4" name="Text 2"/>
          <p:cNvSpPr/>
          <p:nvPr/>
        </p:nvSpPr>
        <p:spPr>
          <a:xfrm>
            <a:off x="975208" y="629241"/>
            <a:ext cx="5943600" cy="1320219"/>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111111"/>
                </a:solidFill>
                <a:effectLst/>
                <a:uLnTx/>
                <a:uFillTx/>
                <a:latin typeface="Cambria" pitchFamily="34" charset="0"/>
                <a:ea typeface="Cambria" pitchFamily="34" charset="-122"/>
                <a:cs typeface="Times New Roman" panose="02020603050405020304" pitchFamily="18" charset="0"/>
              </a:rPr>
              <a:t>Why Use</a:t>
            </a:r>
            <a:r>
              <a:rPr kumimoji="0" lang="en-US" sz="3600" b="1"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3600" b="1" i="0" u="none" strike="noStrike" kern="1200" cap="none" spc="0" normalizeH="0" baseline="0" noProof="0" dirty="0">
                <a:ln>
                  <a:noFill/>
                </a:ln>
                <a:solidFill>
                  <a:srgbClr val="111111"/>
                </a:solidFill>
                <a:effectLst/>
                <a:uLnTx/>
                <a:uFillTx/>
                <a:latin typeface="Cambria" pitchFamily="34" charset="0"/>
                <a:ea typeface="Cambria" pitchFamily="34" charset="-122"/>
                <a:cs typeface="Times New Roman" panose="02020603050405020304" pitchFamily="18" charset="0"/>
              </a:rPr>
              <a:t>Azure Boards?</a:t>
            </a:r>
            <a:endParaRPr kumimoji="0" lang="en-US" sz="36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929488" y="2240280"/>
            <a:ext cx="3200400" cy="1874520"/>
          </a:xfrm>
          <a:prstGeom prst="rect">
            <a:avLst/>
          </a:prstGeom>
          <a:solidFill>
            <a:srgbClr val="FFFFFF"/>
          </a:solidFill>
          <a:ln w="12700">
            <a:solidFill>
              <a:srgbClr val="E4E4E4"/>
            </a:solidFill>
            <a:prstDash val="solid"/>
          </a:ln>
          <a:effectLst>
            <a:outerShdw blurRad="101600" dist="38100" dir="5400000" algn="bl" rotWithShape="0">
              <a:srgbClr val="AAAAAA">
                <a:alpha val="25000"/>
              </a:srgbClr>
            </a:outerShdw>
          </a:effectLst>
        </p:spPr>
      </p:sp>
      <p:sp>
        <p:nvSpPr>
          <p:cNvPr id="6" name="Shape 4"/>
          <p:cNvSpPr/>
          <p:nvPr/>
        </p:nvSpPr>
        <p:spPr>
          <a:xfrm>
            <a:off x="1185520" y="2560320"/>
            <a:ext cx="777240" cy="777240"/>
          </a:xfrm>
          <a:prstGeom prst="ellipse">
            <a:avLst/>
          </a:prstGeom>
          <a:solidFill>
            <a:srgbClr val="1A1A1A"/>
          </a:solidFill>
          <a:ln/>
        </p:spPr>
      </p:sp>
      <p:pic>
        <p:nvPicPr>
          <p:cNvPr id="7" name="Image 0" descr="/home/claude/work/unpacked/ppt/media/image-3-1.png"/>
          <p:cNvPicPr>
            <a:picLocks noChangeAspect="1"/>
          </p:cNvPicPr>
          <p:nvPr/>
        </p:nvPicPr>
        <p:blipFill>
          <a:blip r:embed="rId3"/>
          <a:stretch>
            <a:fillRect/>
          </a:stretch>
        </p:blipFill>
        <p:spPr>
          <a:xfrm>
            <a:off x="1340968" y="2715768"/>
            <a:ext cx="457200" cy="457200"/>
          </a:xfrm>
          <a:prstGeom prst="rect">
            <a:avLst/>
          </a:prstGeom>
        </p:spPr>
      </p:pic>
      <p:sp>
        <p:nvSpPr>
          <p:cNvPr id="8" name="Text 5"/>
          <p:cNvSpPr/>
          <p:nvPr/>
        </p:nvSpPr>
        <p:spPr>
          <a:xfrm>
            <a:off x="2163928" y="2240280"/>
            <a:ext cx="1783080" cy="1874520"/>
          </a:xfrm>
          <a:prstGeom prst="rect">
            <a:avLst/>
          </a:prstGeom>
          <a:noFill/>
          <a:ln/>
        </p:spPr>
        <p:txBody>
          <a:bodyPr wrap="square" lIns="0" tIns="0" rIns="0" bIns="0" rtlCol="0" anchor="ctr"/>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1550" b="1" i="0" u="none" strike="noStrike" kern="1200" cap="none" spc="0" normalizeH="0" baseline="0" noProof="0" dirty="0">
                <a:ln>
                  <a:noFill/>
                </a:ln>
                <a:solidFill>
                  <a:srgbClr val="111111"/>
                </a:solidFill>
                <a:effectLst/>
                <a:uLnTx/>
                <a:uFillTx/>
                <a:latin typeface="Cambria" pitchFamily="34" charset="0"/>
                <a:ea typeface="Cambria" pitchFamily="34" charset="-122"/>
                <a:cs typeface="Cambria" pitchFamily="34" charset="-120"/>
              </a:rPr>
              <a:t>Plan project work</a:t>
            </a:r>
            <a:endParaRPr kumimoji="0" lang="en-US" sz="15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6"/>
          <p:cNvSpPr/>
          <p:nvPr/>
        </p:nvSpPr>
        <p:spPr>
          <a:xfrm>
            <a:off x="4495648" y="2240280"/>
            <a:ext cx="3200400" cy="1874520"/>
          </a:xfrm>
          <a:prstGeom prst="rect">
            <a:avLst/>
          </a:prstGeom>
          <a:solidFill>
            <a:srgbClr val="FFFFFF"/>
          </a:solidFill>
          <a:ln w="12700">
            <a:solidFill>
              <a:srgbClr val="E4E4E4"/>
            </a:solidFill>
            <a:prstDash val="solid"/>
          </a:ln>
          <a:effectLst>
            <a:outerShdw blurRad="101600" dist="38100" dir="5400000" algn="bl" rotWithShape="0">
              <a:srgbClr val="AAAAAA">
                <a:alpha val="25000"/>
              </a:srgbClr>
            </a:outerShdw>
          </a:effectLst>
        </p:spPr>
      </p:sp>
      <p:sp>
        <p:nvSpPr>
          <p:cNvPr id="10" name="Shape 7"/>
          <p:cNvSpPr/>
          <p:nvPr/>
        </p:nvSpPr>
        <p:spPr>
          <a:xfrm>
            <a:off x="4751680" y="2560320"/>
            <a:ext cx="777240" cy="777240"/>
          </a:xfrm>
          <a:prstGeom prst="ellipse">
            <a:avLst/>
          </a:prstGeom>
          <a:solidFill>
            <a:srgbClr val="1A1A1A"/>
          </a:solidFill>
          <a:ln/>
        </p:spPr>
      </p:sp>
      <p:pic>
        <p:nvPicPr>
          <p:cNvPr id="11" name="Image 1" descr="/home/claude/work/unpacked/ppt/media/image-3-2.png"/>
          <p:cNvPicPr>
            <a:picLocks noChangeAspect="1"/>
          </p:cNvPicPr>
          <p:nvPr/>
        </p:nvPicPr>
        <p:blipFill>
          <a:blip r:embed="rId4"/>
          <a:stretch>
            <a:fillRect/>
          </a:stretch>
        </p:blipFill>
        <p:spPr>
          <a:xfrm>
            <a:off x="4907128" y="2715768"/>
            <a:ext cx="457200" cy="457200"/>
          </a:xfrm>
          <a:prstGeom prst="rect">
            <a:avLst/>
          </a:prstGeom>
        </p:spPr>
      </p:pic>
      <p:sp>
        <p:nvSpPr>
          <p:cNvPr id="12" name="Text 8"/>
          <p:cNvSpPr/>
          <p:nvPr/>
        </p:nvSpPr>
        <p:spPr>
          <a:xfrm>
            <a:off x="5730088" y="2240280"/>
            <a:ext cx="1783080" cy="1874520"/>
          </a:xfrm>
          <a:prstGeom prst="rect">
            <a:avLst/>
          </a:prstGeom>
          <a:noFill/>
          <a:ln/>
        </p:spPr>
        <p:txBody>
          <a:bodyPr wrap="square" lIns="0" tIns="0" rIns="0" bIns="0" rtlCol="0" anchor="ctr"/>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1550" b="1" i="0" u="none" strike="noStrike" kern="1200" cap="none" spc="0" normalizeH="0" baseline="0" noProof="0" dirty="0">
                <a:ln>
                  <a:noFill/>
                </a:ln>
                <a:solidFill>
                  <a:srgbClr val="111111"/>
                </a:solidFill>
                <a:effectLst/>
                <a:uLnTx/>
                <a:uFillTx/>
                <a:latin typeface="Cambria" pitchFamily="34" charset="0"/>
                <a:ea typeface="Cambria" pitchFamily="34" charset="-122"/>
                <a:cs typeface="Cambria" pitchFamily="34" charset="-120"/>
              </a:rPr>
              <a:t>Assign tasks to</a:t>
            </a:r>
            <a:endParaRPr kumimoji="0" lang="en-US" sz="15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1550" b="1" i="0" u="none" strike="noStrike" kern="1200" cap="none" spc="0" normalizeH="0" baseline="0" noProof="0" dirty="0">
                <a:ln>
                  <a:noFill/>
                </a:ln>
                <a:solidFill>
                  <a:srgbClr val="111111"/>
                </a:solidFill>
                <a:effectLst/>
                <a:uLnTx/>
                <a:uFillTx/>
                <a:latin typeface="Cambria" pitchFamily="34" charset="0"/>
                <a:ea typeface="Cambria" pitchFamily="34" charset="-122"/>
                <a:cs typeface="Cambria" pitchFamily="34" charset="-120"/>
              </a:rPr>
              <a:t>team members</a:t>
            </a:r>
            <a:endParaRPr kumimoji="0" lang="en-US" sz="15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9"/>
          <p:cNvSpPr/>
          <p:nvPr/>
        </p:nvSpPr>
        <p:spPr>
          <a:xfrm>
            <a:off x="8061808" y="2240280"/>
            <a:ext cx="3200400" cy="1874520"/>
          </a:xfrm>
          <a:prstGeom prst="rect">
            <a:avLst/>
          </a:prstGeom>
          <a:solidFill>
            <a:srgbClr val="FFFFFF"/>
          </a:solidFill>
          <a:ln w="12700">
            <a:solidFill>
              <a:srgbClr val="E4E4E4"/>
            </a:solidFill>
            <a:prstDash val="solid"/>
          </a:ln>
          <a:effectLst>
            <a:outerShdw blurRad="101600" dist="38100" dir="5400000" algn="bl" rotWithShape="0">
              <a:srgbClr val="AAAAAA">
                <a:alpha val="25000"/>
              </a:srgbClr>
            </a:outerShdw>
          </a:effectLst>
        </p:spPr>
      </p:sp>
      <p:sp>
        <p:nvSpPr>
          <p:cNvPr id="14" name="Shape 10"/>
          <p:cNvSpPr/>
          <p:nvPr/>
        </p:nvSpPr>
        <p:spPr>
          <a:xfrm>
            <a:off x="8317840" y="2560320"/>
            <a:ext cx="777240" cy="777240"/>
          </a:xfrm>
          <a:prstGeom prst="ellipse">
            <a:avLst/>
          </a:prstGeom>
          <a:solidFill>
            <a:srgbClr val="1A1A1A"/>
          </a:solidFill>
          <a:ln/>
        </p:spPr>
      </p:sp>
      <p:pic>
        <p:nvPicPr>
          <p:cNvPr id="15" name="Image 2" descr="/home/claude/work/unpacked/ppt/media/image-3-3.png"/>
          <p:cNvPicPr>
            <a:picLocks noChangeAspect="1"/>
          </p:cNvPicPr>
          <p:nvPr/>
        </p:nvPicPr>
        <p:blipFill>
          <a:blip r:embed="rId5"/>
          <a:stretch>
            <a:fillRect/>
          </a:stretch>
        </p:blipFill>
        <p:spPr>
          <a:xfrm>
            <a:off x="8473288" y="2715768"/>
            <a:ext cx="457200" cy="457200"/>
          </a:xfrm>
          <a:prstGeom prst="rect">
            <a:avLst/>
          </a:prstGeom>
        </p:spPr>
      </p:pic>
      <p:sp>
        <p:nvSpPr>
          <p:cNvPr id="16" name="Text 11"/>
          <p:cNvSpPr/>
          <p:nvPr/>
        </p:nvSpPr>
        <p:spPr>
          <a:xfrm>
            <a:off x="9296248" y="2240280"/>
            <a:ext cx="1783080" cy="1874520"/>
          </a:xfrm>
          <a:prstGeom prst="rect">
            <a:avLst/>
          </a:prstGeom>
          <a:noFill/>
          <a:ln/>
        </p:spPr>
        <p:txBody>
          <a:bodyPr wrap="square" lIns="0" tIns="0" rIns="0" bIns="0" rtlCol="0" anchor="ctr"/>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1550" b="1" i="0" u="none" strike="noStrike" kern="1200" cap="none" spc="0" normalizeH="0" baseline="0" noProof="0" dirty="0">
                <a:ln>
                  <a:noFill/>
                </a:ln>
                <a:solidFill>
                  <a:srgbClr val="111111"/>
                </a:solidFill>
                <a:effectLst/>
                <a:uLnTx/>
                <a:uFillTx/>
                <a:latin typeface="Cambria" pitchFamily="34" charset="0"/>
                <a:ea typeface="Cambria" pitchFamily="34" charset="-122"/>
                <a:cs typeface="Cambria" pitchFamily="34" charset="-120"/>
              </a:rPr>
              <a:t>Track progress</a:t>
            </a:r>
            <a:endParaRPr kumimoji="0" lang="en-US" sz="15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2"/>
          <p:cNvSpPr/>
          <p:nvPr/>
        </p:nvSpPr>
        <p:spPr>
          <a:xfrm>
            <a:off x="2712568" y="4434840"/>
            <a:ext cx="3200400" cy="1874520"/>
          </a:xfrm>
          <a:prstGeom prst="rect">
            <a:avLst/>
          </a:prstGeom>
          <a:solidFill>
            <a:srgbClr val="FFFFFF"/>
          </a:solidFill>
          <a:ln w="12700">
            <a:solidFill>
              <a:srgbClr val="E4E4E4"/>
            </a:solidFill>
            <a:prstDash val="solid"/>
          </a:ln>
          <a:effectLst>
            <a:outerShdw blurRad="101600" dist="38100" dir="5400000" algn="bl" rotWithShape="0">
              <a:srgbClr val="AAAAAA">
                <a:alpha val="25000"/>
              </a:srgbClr>
            </a:outerShdw>
          </a:effectLst>
        </p:spPr>
      </p:sp>
      <p:sp>
        <p:nvSpPr>
          <p:cNvPr id="18" name="Shape 13"/>
          <p:cNvSpPr/>
          <p:nvPr/>
        </p:nvSpPr>
        <p:spPr>
          <a:xfrm>
            <a:off x="2968600" y="4754880"/>
            <a:ext cx="777240" cy="777240"/>
          </a:xfrm>
          <a:prstGeom prst="ellipse">
            <a:avLst/>
          </a:prstGeom>
          <a:solidFill>
            <a:srgbClr val="1A1A1A"/>
          </a:solidFill>
          <a:ln/>
        </p:spPr>
      </p:sp>
      <p:pic>
        <p:nvPicPr>
          <p:cNvPr id="19" name="Image 3" descr="/home/claude/work/unpacked/ppt/media/image-3-4.png"/>
          <p:cNvPicPr>
            <a:picLocks noChangeAspect="1"/>
          </p:cNvPicPr>
          <p:nvPr/>
        </p:nvPicPr>
        <p:blipFill>
          <a:blip r:embed="rId6"/>
          <a:stretch>
            <a:fillRect/>
          </a:stretch>
        </p:blipFill>
        <p:spPr>
          <a:xfrm>
            <a:off x="3124048" y="4910328"/>
            <a:ext cx="457200" cy="457200"/>
          </a:xfrm>
          <a:prstGeom prst="rect">
            <a:avLst/>
          </a:prstGeom>
        </p:spPr>
      </p:pic>
      <p:sp>
        <p:nvSpPr>
          <p:cNvPr id="20" name="Text 14"/>
          <p:cNvSpPr/>
          <p:nvPr/>
        </p:nvSpPr>
        <p:spPr>
          <a:xfrm>
            <a:off x="3947008" y="4434840"/>
            <a:ext cx="1783080" cy="1874520"/>
          </a:xfrm>
          <a:prstGeom prst="rect">
            <a:avLst/>
          </a:prstGeom>
          <a:noFill/>
          <a:ln/>
        </p:spPr>
        <p:txBody>
          <a:bodyPr wrap="square" lIns="0" tIns="0" rIns="0" bIns="0" rtlCol="0" anchor="ctr"/>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1550" b="1" i="0" u="none" strike="noStrike" kern="1200" cap="none" spc="0" normalizeH="0" baseline="0" noProof="0" dirty="0">
                <a:ln>
                  <a:noFill/>
                </a:ln>
                <a:solidFill>
                  <a:srgbClr val="111111"/>
                </a:solidFill>
                <a:effectLst/>
                <a:uLnTx/>
                <a:uFillTx/>
                <a:latin typeface="Cambria" pitchFamily="34" charset="0"/>
                <a:ea typeface="Cambria" pitchFamily="34" charset="-122"/>
                <a:cs typeface="Cambria" pitchFamily="34" charset="-120"/>
              </a:rPr>
              <a:t>Manage bugs</a:t>
            </a:r>
            <a:endParaRPr kumimoji="0" lang="en-US" sz="15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5"/>
          <p:cNvSpPr/>
          <p:nvPr/>
        </p:nvSpPr>
        <p:spPr>
          <a:xfrm>
            <a:off x="6278728" y="4434840"/>
            <a:ext cx="3200400" cy="1874520"/>
          </a:xfrm>
          <a:prstGeom prst="rect">
            <a:avLst/>
          </a:prstGeom>
          <a:solidFill>
            <a:srgbClr val="FFFFFF"/>
          </a:solidFill>
          <a:ln w="12700">
            <a:solidFill>
              <a:srgbClr val="E4E4E4"/>
            </a:solidFill>
            <a:prstDash val="solid"/>
          </a:ln>
          <a:effectLst>
            <a:outerShdw blurRad="101600" dist="38100" dir="5400000" algn="bl" rotWithShape="0">
              <a:srgbClr val="AAAAAA">
                <a:alpha val="25000"/>
              </a:srgbClr>
            </a:outerShdw>
          </a:effectLst>
        </p:spPr>
      </p:sp>
      <p:sp>
        <p:nvSpPr>
          <p:cNvPr id="22" name="Shape 16"/>
          <p:cNvSpPr/>
          <p:nvPr/>
        </p:nvSpPr>
        <p:spPr>
          <a:xfrm>
            <a:off x="6534760" y="4754880"/>
            <a:ext cx="777240" cy="777240"/>
          </a:xfrm>
          <a:prstGeom prst="ellipse">
            <a:avLst/>
          </a:prstGeom>
          <a:solidFill>
            <a:srgbClr val="1A1A1A"/>
          </a:solidFill>
          <a:ln/>
        </p:spPr>
      </p:sp>
      <p:pic>
        <p:nvPicPr>
          <p:cNvPr id="23" name="Image 4" descr="/home/claude/work/unpacked/ppt/media/image-3-5.png"/>
          <p:cNvPicPr>
            <a:picLocks noChangeAspect="1"/>
          </p:cNvPicPr>
          <p:nvPr/>
        </p:nvPicPr>
        <p:blipFill>
          <a:blip r:embed="rId7"/>
          <a:stretch>
            <a:fillRect/>
          </a:stretch>
        </p:blipFill>
        <p:spPr>
          <a:xfrm>
            <a:off x="6690208" y="4910328"/>
            <a:ext cx="457200" cy="457200"/>
          </a:xfrm>
          <a:prstGeom prst="rect">
            <a:avLst/>
          </a:prstGeom>
        </p:spPr>
      </p:pic>
      <p:sp>
        <p:nvSpPr>
          <p:cNvPr id="24" name="Text 17"/>
          <p:cNvSpPr/>
          <p:nvPr/>
        </p:nvSpPr>
        <p:spPr>
          <a:xfrm>
            <a:off x="7513168" y="4434840"/>
            <a:ext cx="1783080" cy="1874520"/>
          </a:xfrm>
          <a:prstGeom prst="rect">
            <a:avLst/>
          </a:prstGeom>
          <a:noFill/>
          <a:ln/>
        </p:spPr>
        <p:txBody>
          <a:bodyPr wrap="square" lIns="0" tIns="0" rIns="0" bIns="0" rtlCol="0" anchor="ctr"/>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1550" b="1" i="0" u="none" strike="noStrike" kern="1200" cap="none" spc="0" normalizeH="0" baseline="0" noProof="0" dirty="0">
                <a:ln>
                  <a:noFill/>
                </a:ln>
                <a:solidFill>
                  <a:srgbClr val="111111"/>
                </a:solidFill>
                <a:effectLst/>
                <a:uLnTx/>
                <a:uFillTx/>
                <a:latin typeface="Cambria" pitchFamily="34" charset="0"/>
                <a:ea typeface="Cambria" pitchFamily="34" charset="-122"/>
                <a:cs typeface="Cambria" pitchFamily="34" charset="-120"/>
              </a:rPr>
              <a:t>Improve team</a:t>
            </a:r>
            <a:endParaRPr kumimoji="0" lang="en-US" sz="15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1550" b="1" i="0" u="none" strike="noStrike" kern="1200" cap="none" spc="0" normalizeH="0" baseline="0" noProof="0" dirty="0">
                <a:ln>
                  <a:noFill/>
                </a:ln>
                <a:solidFill>
                  <a:srgbClr val="111111"/>
                </a:solidFill>
                <a:effectLst/>
                <a:uLnTx/>
                <a:uFillTx/>
                <a:latin typeface="Cambria" pitchFamily="34" charset="0"/>
                <a:ea typeface="Cambria" pitchFamily="34" charset="-122"/>
                <a:cs typeface="Cambria" pitchFamily="34" charset="-120"/>
              </a:rPr>
              <a:t>collaboration</a:t>
            </a:r>
            <a:endParaRPr kumimoji="0" lang="en-US" sz="15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18"/>
          <p:cNvSpPr/>
          <p:nvPr/>
        </p:nvSpPr>
        <p:spPr>
          <a:xfrm>
            <a:off x="822960" y="6355080"/>
            <a:ext cx="105156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Rectangle 25">
            <a:extLst>
              <a:ext uri="{FF2B5EF4-FFF2-40B4-BE49-F238E27FC236}">
                <a16:creationId xmlns:a16="http://schemas.microsoft.com/office/drawing/2014/main" id="{AC6B0AC0-2266-4707-ACFB-CC33513AF5AA}"/>
              </a:ext>
            </a:extLst>
          </p:cNvPr>
          <p:cNvSpPr/>
          <p:nvPr/>
        </p:nvSpPr>
        <p:spPr>
          <a:xfrm>
            <a:off x="929488" y="1335071"/>
            <a:ext cx="10354492"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prstClr val="black"/>
                </a:solidFill>
                <a:effectLst/>
                <a:uLnTx/>
                <a:uFillTx/>
                <a:latin typeface="Times New Roman" panose="02020603050405020304" pitchFamily="18" charset="0"/>
                <a:ea typeface="Calibri" pitchFamily="34" charset="-122"/>
                <a:cs typeface="Times New Roman" panose="02020603050405020304" pitchFamily="18" charset="0"/>
              </a:rPr>
              <a:t>Larger work is broken down step by step — an Epic contains Features, a Feature contains User Stories, and a User Story contains Tasks.</a:t>
            </a: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419E8802-8235-FAB9-72D0-D5E99B9DC9A9}"/>
              </a:ext>
            </a:extLst>
          </p:cNvPr>
          <p:cNvSpPr/>
          <p:nvPr/>
        </p:nvSpPr>
        <p:spPr>
          <a:xfrm>
            <a:off x="0" y="0"/>
            <a:ext cx="4387070" cy="6858000"/>
          </a:xfrm>
          <a:prstGeom prst="rect">
            <a:avLst/>
          </a:prstGeom>
          <a:solidFill>
            <a:srgbClr val="FFC000"/>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sz="2400">
              <a:solidFill>
                <a:sysClr val="windowText" lastClr="000000"/>
              </a:solidFill>
            </a:endParaRPr>
          </a:p>
        </p:txBody>
      </p:sp>
      <p:pic>
        <p:nvPicPr>
          <p:cNvPr id="4" name="Picture 3" descr="image.png"/>
          <p:cNvPicPr>
            <a:picLocks noChangeAspect="1"/>
          </p:cNvPicPr>
          <p:nvPr/>
        </p:nvPicPr>
        <p:blipFill>
          <a:blip r:embed="rId2"/>
          <a:stretch>
            <a:fillRect/>
          </a:stretch>
        </p:blipFill>
        <p:spPr>
          <a:xfrm>
            <a:off x="1440682" y="1272690"/>
            <a:ext cx="1377950" cy="1371600"/>
          </a:xfrm>
          <a:prstGeom prst="rect">
            <a:avLst/>
          </a:prstGeom>
        </p:spPr>
      </p:pic>
      <p:pic>
        <p:nvPicPr>
          <p:cNvPr id="5" name="Picture 4" descr="image.png"/>
          <p:cNvPicPr>
            <a:picLocks noChangeAspect="1"/>
          </p:cNvPicPr>
          <p:nvPr/>
        </p:nvPicPr>
        <p:blipFill>
          <a:blip r:embed="rId3"/>
          <a:stretch>
            <a:fillRect/>
          </a:stretch>
        </p:blipFill>
        <p:spPr>
          <a:xfrm>
            <a:off x="5391150" y="1231900"/>
            <a:ext cx="6216650" cy="781050"/>
          </a:xfrm>
          <a:prstGeom prst="rect">
            <a:avLst/>
          </a:prstGeom>
        </p:spPr>
      </p:pic>
      <p:pic>
        <p:nvPicPr>
          <p:cNvPr id="6" name="Picture 5" descr="image.png"/>
          <p:cNvPicPr>
            <a:picLocks noChangeAspect="1"/>
          </p:cNvPicPr>
          <p:nvPr/>
        </p:nvPicPr>
        <p:blipFill>
          <a:blip r:embed="rId4"/>
          <a:stretch>
            <a:fillRect/>
          </a:stretch>
        </p:blipFill>
        <p:spPr>
          <a:xfrm>
            <a:off x="5384800" y="1225550"/>
            <a:ext cx="6229350" cy="793750"/>
          </a:xfrm>
          <a:prstGeom prst="rect">
            <a:avLst/>
          </a:prstGeom>
        </p:spPr>
      </p:pic>
      <p:pic>
        <p:nvPicPr>
          <p:cNvPr id="7" name="Picture 6" descr="image.png"/>
          <p:cNvPicPr>
            <a:picLocks noChangeAspect="1"/>
          </p:cNvPicPr>
          <p:nvPr/>
        </p:nvPicPr>
        <p:blipFill>
          <a:blip r:embed="rId5"/>
          <a:stretch>
            <a:fillRect/>
          </a:stretch>
        </p:blipFill>
        <p:spPr>
          <a:xfrm>
            <a:off x="5530850" y="1365250"/>
            <a:ext cx="508000" cy="508000"/>
          </a:xfrm>
          <a:prstGeom prst="rect">
            <a:avLst/>
          </a:prstGeom>
        </p:spPr>
      </p:pic>
      <p:pic>
        <p:nvPicPr>
          <p:cNvPr id="8" name="Picture 7" descr="image.png"/>
          <p:cNvPicPr>
            <a:picLocks noChangeAspect="1"/>
          </p:cNvPicPr>
          <p:nvPr/>
        </p:nvPicPr>
        <p:blipFill>
          <a:blip r:embed="rId6"/>
          <a:stretch>
            <a:fillRect/>
          </a:stretch>
        </p:blipFill>
        <p:spPr>
          <a:xfrm>
            <a:off x="5391150" y="2159000"/>
            <a:ext cx="6216650" cy="787400"/>
          </a:xfrm>
          <a:prstGeom prst="rect">
            <a:avLst/>
          </a:prstGeom>
        </p:spPr>
      </p:pic>
      <p:pic>
        <p:nvPicPr>
          <p:cNvPr id="9" name="Picture 8" descr="image.png"/>
          <p:cNvPicPr>
            <a:picLocks noChangeAspect="1"/>
          </p:cNvPicPr>
          <p:nvPr/>
        </p:nvPicPr>
        <p:blipFill>
          <a:blip r:embed="rId7"/>
          <a:stretch>
            <a:fillRect/>
          </a:stretch>
        </p:blipFill>
        <p:spPr>
          <a:xfrm>
            <a:off x="5384800" y="2152650"/>
            <a:ext cx="6229350" cy="800100"/>
          </a:xfrm>
          <a:prstGeom prst="rect">
            <a:avLst/>
          </a:prstGeom>
        </p:spPr>
      </p:pic>
      <p:pic>
        <p:nvPicPr>
          <p:cNvPr id="10" name="Picture 9" descr="image.png"/>
          <p:cNvPicPr>
            <a:picLocks noChangeAspect="1"/>
          </p:cNvPicPr>
          <p:nvPr/>
        </p:nvPicPr>
        <p:blipFill>
          <a:blip r:embed="rId8"/>
          <a:stretch>
            <a:fillRect/>
          </a:stretch>
        </p:blipFill>
        <p:spPr>
          <a:xfrm>
            <a:off x="5530850" y="2298700"/>
            <a:ext cx="508000" cy="508000"/>
          </a:xfrm>
          <a:prstGeom prst="rect">
            <a:avLst/>
          </a:prstGeom>
        </p:spPr>
      </p:pic>
      <p:pic>
        <p:nvPicPr>
          <p:cNvPr id="11" name="Picture 10" descr="image.png"/>
          <p:cNvPicPr>
            <a:picLocks noChangeAspect="1"/>
          </p:cNvPicPr>
          <p:nvPr/>
        </p:nvPicPr>
        <p:blipFill>
          <a:blip r:embed="rId9"/>
          <a:stretch>
            <a:fillRect/>
          </a:stretch>
        </p:blipFill>
        <p:spPr>
          <a:xfrm>
            <a:off x="5391150" y="3092450"/>
            <a:ext cx="6216650" cy="781050"/>
          </a:xfrm>
          <a:prstGeom prst="rect">
            <a:avLst/>
          </a:prstGeom>
        </p:spPr>
      </p:pic>
      <p:pic>
        <p:nvPicPr>
          <p:cNvPr id="12" name="Picture 11" descr="image.png"/>
          <p:cNvPicPr>
            <a:picLocks noChangeAspect="1"/>
          </p:cNvPicPr>
          <p:nvPr/>
        </p:nvPicPr>
        <p:blipFill>
          <a:blip r:embed="rId10"/>
          <a:stretch>
            <a:fillRect/>
          </a:stretch>
        </p:blipFill>
        <p:spPr>
          <a:xfrm>
            <a:off x="5384800" y="3086100"/>
            <a:ext cx="6229350" cy="793750"/>
          </a:xfrm>
          <a:prstGeom prst="rect">
            <a:avLst/>
          </a:prstGeom>
        </p:spPr>
      </p:pic>
      <p:pic>
        <p:nvPicPr>
          <p:cNvPr id="13" name="Picture 12" descr="image.png"/>
          <p:cNvPicPr>
            <a:picLocks noChangeAspect="1"/>
          </p:cNvPicPr>
          <p:nvPr/>
        </p:nvPicPr>
        <p:blipFill>
          <a:blip r:embed="rId11"/>
          <a:stretch>
            <a:fillRect/>
          </a:stretch>
        </p:blipFill>
        <p:spPr>
          <a:xfrm>
            <a:off x="5530850" y="3232150"/>
            <a:ext cx="508000" cy="508000"/>
          </a:xfrm>
          <a:prstGeom prst="rect">
            <a:avLst/>
          </a:prstGeom>
        </p:spPr>
      </p:pic>
      <p:pic>
        <p:nvPicPr>
          <p:cNvPr id="14" name="Picture 13" descr="image.png"/>
          <p:cNvPicPr>
            <a:picLocks noChangeAspect="1"/>
          </p:cNvPicPr>
          <p:nvPr/>
        </p:nvPicPr>
        <p:blipFill>
          <a:blip r:embed="rId12"/>
          <a:stretch>
            <a:fillRect/>
          </a:stretch>
        </p:blipFill>
        <p:spPr>
          <a:xfrm>
            <a:off x="5391150" y="4025900"/>
            <a:ext cx="6216650" cy="781050"/>
          </a:xfrm>
          <a:prstGeom prst="rect">
            <a:avLst/>
          </a:prstGeom>
        </p:spPr>
      </p:pic>
      <p:pic>
        <p:nvPicPr>
          <p:cNvPr id="15" name="Picture 14" descr="image.png"/>
          <p:cNvPicPr>
            <a:picLocks noChangeAspect="1"/>
          </p:cNvPicPr>
          <p:nvPr/>
        </p:nvPicPr>
        <p:blipFill>
          <a:blip r:embed="rId13"/>
          <a:stretch>
            <a:fillRect/>
          </a:stretch>
        </p:blipFill>
        <p:spPr>
          <a:xfrm>
            <a:off x="5384800" y="4019550"/>
            <a:ext cx="6229350" cy="793750"/>
          </a:xfrm>
          <a:prstGeom prst="rect">
            <a:avLst/>
          </a:prstGeom>
        </p:spPr>
      </p:pic>
      <p:pic>
        <p:nvPicPr>
          <p:cNvPr id="16" name="Picture 15" descr="image.png"/>
          <p:cNvPicPr>
            <a:picLocks noChangeAspect="1"/>
          </p:cNvPicPr>
          <p:nvPr/>
        </p:nvPicPr>
        <p:blipFill>
          <a:blip r:embed="rId14"/>
          <a:stretch>
            <a:fillRect/>
          </a:stretch>
        </p:blipFill>
        <p:spPr>
          <a:xfrm>
            <a:off x="5530850" y="4159250"/>
            <a:ext cx="508000" cy="514350"/>
          </a:xfrm>
          <a:prstGeom prst="rect">
            <a:avLst/>
          </a:prstGeom>
        </p:spPr>
      </p:pic>
      <p:pic>
        <p:nvPicPr>
          <p:cNvPr id="17" name="Picture 16" descr="image.png"/>
          <p:cNvPicPr>
            <a:picLocks noChangeAspect="1"/>
          </p:cNvPicPr>
          <p:nvPr/>
        </p:nvPicPr>
        <p:blipFill>
          <a:blip r:embed="rId15"/>
          <a:stretch>
            <a:fillRect/>
          </a:stretch>
        </p:blipFill>
        <p:spPr>
          <a:xfrm>
            <a:off x="5391150" y="4959350"/>
            <a:ext cx="6216650" cy="781050"/>
          </a:xfrm>
          <a:prstGeom prst="rect">
            <a:avLst/>
          </a:prstGeom>
        </p:spPr>
      </p:pic>
      <p:pic>
        <p:nvPicPr>
          <p:cNvPr id="18" name="Picture 17" descr="image.png"/>
          <p:cNvPicPr>
            <a:picLocks noChangeAspect="1"/>
          </p:cNvPicPr>
          <p:nvPr/>
        </p:nvPicPr>
        <p:blipFill>
          <a:blip r:embed="rId16"/>
          <a:stretch>
            <a:fillRect/>
          </a:stretch>
        </p:blipFill>
        <p:spPr>
          <a:xfrm>
            <a:off x="5384800" y="4953000"/>
            <a:ext cx="6229350" cy="793750"/>
          </a:xfrm>
          <a:prstGeom prst="rect">
            <a:avLst/>
          </a:prstGeom>
        </p:spPr>
      </p:pic>
      <p:pic>
        <p:nvPicPr>
          <p:cNvPr id="19" name="Picture 18" descr="image.png"/>
          <p:cNvPicPr>
            <a:picLocks noChangeAspect="1"/>
          </p:cNvPicPr>
          <p:nvPr/>
        </p:nvPicPr>
        <p:blipFill>
          <a:blip r:embed="rId17"/>
          <a:stretch>
            <a:fillRect/>
          </a:stretch>
        </p:blipFill>
        <p:spPr>
          <a:xfrm>
            <a:off x="5530850" y="5092700"/>
            <a:ext cx="508000" cy="508000"/>
          </a:xfrm>
          <a:prstGeom prst="rect">
            <a:avLst/>
          </a:prstGeom>
        </p:spPr>
      </p:pic>
      <p:sp>
        <p:nvSpPr>
          <p:cNvPr id="20" name="TextBox 19"/>
          <p:cNvSpPr txBox="1"/>
          <p:nvPr/>
        </p:nvSpPr>
        <p:spPr>
          <a:xfrm>
            <a:off x="5486401" y="716697"/>
            <a:ext cx="2463047" cy="307777"/>
          </a:xfrm>
          <a:prstGeom prst="rect">
            <a:avLst/>
          </a:prstGeom>
          <a:noFill/>
        </p:spPr>
        <p:txBody>
          <a:bodyPr wrap="none" lIns="0" tIns="0" rIns="0" bIns="0" anchor="ctr">
            <a:spAutoFit/>
          </a:bodyPr>
          <a:lstStyle/>
          <a:p>
            <a:pPr defTabSz="457200"/>
            <a:r>
              <a:rPr sz="2000" b="1" spc="-100" dirty="0">
                <a:solidFill>
                  <a:srgbClr val="0078D4"/>
                </a:solidFill>
                <a:latin typeface="Times New Roman" panose="02020603050405020304" pitchFamily="18" charset="0"/>
                <a:cs typeface="Times New Roman" panose="02020603050405020304" pitchFamily="18" charset="0"/>
              </a:rPr>
              <a:t>WHAT WE'LL COVER</a:t>
            </a:r>
          </a:p>
        </p:txBody>
      </p:sp>
      <p:sp>
        <p:nvSpPr>
          <p:cNvPr id="21" name="TextBox 20"/>
          <p:cNvSpPr txBox="1"/>
          <p:nvPr/>
        </p:nvSpPr>
        <p:spPr>
          <a:xfrm>
            <a:off x="6309361" y="1475672"/>
            <a:ext cx="884858" cy="276999"/>
          </a:xfrm>
          <a:prstGeom prst="rect">
            <a:avLst/>
          </a:prstGeom>
          <a:noFill/>
        </p:spPr>
        <p:txBody>
          <a:bodyPr wrap="none" lIns="0" tIns="0" rIns="0" bIns="0" anchor="ctr">
            <a:spAutoFit/>
          </a:bodyPr>
          <a:lstStyle/>
          <a:p>
            <a:pPr defTabSz="457200"/>
            <a:r>
              <a:rPr spc="-100" dirty="0">
                <a:solidFill>
                  <a:srgbClr val="1B1F3B"/>
                </a:solidFill>
                <a:latin typeface="Times New Roman" panose="02020603050405020304" pitchFamily="18" charset="0"/>
                <a:cs typeface="Times New Roman" panose="02020603050405020304" pitchFamily="18" charset="0"/>
              </a:rPr>
              <a:t>Dashboard</a:t>
            </a:r>
          </a:p>
        </p:txBody>
      </p:sp>
      <p:sp>
        <p:nvSpPr>
          <p:cNvPr id="22" name="TextBox 21"/>
          <p:cNvSpPr txBox="1"/>
          <p:nvPr/>
        </p:nvSpPr>
        <p:spPr>
          <a:xfrm>
            <a:off x="6309361" y="2407216"/>
            <a:ext cx="577081" cy="276999"/>
          </a:xfrm>
          <a:prstGeom prst="rect">
            <a:avLst/>
          </a:prstGeom>
          <a:noFill/>
        </p:spPr>
        <p:txBody>
          <a:bodyPr wrap="none" lIns="0" tIns="0" rIns="0" bIns="0" anchor="ctr">
            <a:spAutoFit/>
          </a:bodyPr>
          <a:lstStyle/>
          <a:p>
            <a:pPr defTabSz="457200"/>
            <a:r>
              <a:rPr spc="-100">
                <a:solidFill>
                  <a:srgbClr val="1B1F3B"/>
                </a:solidFill>
                <a:latin typeface="Times New Roman" panose="02020603050405020304" pitchFamily="18" charset="0"/>
                <a:cs typeface="Times New Roman" panose="02020603050405020304" pitchFamily="18" charset="0"/>
              </a:rPr>
              <a:t>Boards</a:t>
            </a:r>
          </a:p>
        </p:txBody>
      </p:sp>
      <p:sp>
        <p:nvSpPr>
          <p:cNvPr id="23" name="TextBox 22"/>
          <p:cNvSpPr txBox="1"/>
          <p:nvPr/>
        </p:nvSpPr>
        <p:spPr>
          <a:xfrm>
            <a:off x="757885" y="3083138"/>
            <a:ext cx="2871299" cy="615553"/>
          </a:xfrm>
          <a:prstGeom prst="rect">
            <a:avLst/>
          </a:prstGeom>
          <a:noFill/>
        </p:spPr>
        <p:txBody>
          <a:bodyPr wrap="none" lIns="0" tIns="0" rIns="0" bIns="0" anchor="ctr">
            <a:spAutoFit/>
          </a:bodyPr>
          <a:lstStyle/>
          <a:p>
            <a:pPr algn="ctr" defTabSz="457200"/>
            <a:r>
              <a:rPr sz="4000" b="1" spc="-100" dirty="0">
                <a:solidFill>
                  <a:srgbClr val="FFFFFF"/>
                </a:solidFill>
                <a:latin typeface="Times New Roman" panose="02020603050405020304" pitchFamily="18" charset="0"/>
                <a:cs typeface="Times New Roman" panose="02020603050405020304" pitchFamily="18" charset="0"/>
              </a:rPr>
              <a:t>Azure Boards</a:t>
            </a:r>
          </a:p>
        </p:txBody>
      </p:sp>
      <p:sp>
        <p:nvSpPr>
          <p:cNvPr id="24" name="TextBox 23"/>
          <p:cNvSpPr txBox="1"/>
          <p:nvPr/>
        </p:nvSpPr>
        <p:spPr>
          <a:xfrm>
            <a:off x="6309360" y="3364162"/>
            <a:ext cx="1423467" cy="276999"/>
          </a:xfrm>
          <a:prstGeom prst="rect">
            <a:avLst/>
          </a:prstGeom>
          <a:noFill/>
        </p:spPr>
        <p:txBody>
          <a:bodyPr wrap="none" lIns="0" tIns="0" rIns="0" bIns="0" anchor="ctr">
            <a:spAutoFit/>
          </a:bodyPr>
          <a:lstStyle/>
          <a:p>
            <a:pPr defTabSz="457200"/>
            <a:r>
              <a:rPr spc="-100">
                <a:solidFill>
                  <a:srgbClr val="1B1F3B"/>
                </a:solidFill>
                <a:latin typeface="Times New Roman" panose="02020603050405020304" pitchFamily="18" charset="0"/>
                <a:cs typeface="Times New Roman" panose="02020603050405020304" pitchFamily="18" charset="0"/>
              </a:rPr>
              <a:t>Backlog &amp; Sprint</a:t>
            </a:r>
          </a:p>
        </p:txBody>
      </p:sp>
      <p:sp>
        <p:nvSpPr>
          <p:cNvPr id="25" name="TextBox 24"/>
          <p:cNvSpPr txBox="1"/>
          <p:nvPr/>
        </p:nvSpPr>
        <p:spPr>
          <a:xfrm>
            <a:off x="1300904" y="3828231"/>
            <a:ext cx="1657505" cy="307777"/>
          </a:xfrm>
          <a:prstGeom prst="rect">
            <a:avLst/>
          </a:prstGeom>
          <a:noFill/>
        </p:spPr>
        <p:txBody>
          <a:bodyPr wrap="none" lIns="0" tIns="0" rIns="0" bIns="0" anchor="ctr">
            <a:spAutoFit/>
          </a:bodyPr>
          <a:lstStyle/>
          <a:p>
            <a:pPr defTabSz="457200"/>
            <a:r>
              <a:rPr sz="2000" spc="-100" dirty="0">
                <a:solidFill>
                  <a:srgbClr val="E6F2FB"/>
                </a:solidFill>
                <a:latin typeface="Times New Roman" panose="02020603050405020304" pitchFamily="18" charset="0"/>
                <a:cs typeface="Times New Roman" panose="02020603050405020304" pitchFamily="18" charset="0"/>
              </a:rPr>
              <a:t>Interface &amp; Demo</a:t>
            </a:r>
          </a:p>
        </p:txBody>
      </p:sp>
      <p:sp>
        <p:nvSpPr>
          <p:cNvPr id="26" name="TextBox 25"/>
          <p:cNvSpPr txBox="1"/>
          <p:nvPr/>
        </p:nvSpPr>
        <p:spPr>
          <a:xfrm>
            <a:off x="6309360" y="4255553"/>
            <a:ext cx="1066318" cy="307777"/>
          </a:xfrm>
          <a:prstGeom prst="rect">
            <a:avLst/>
          </a:prstGeom>
          <a:noFill/>
        </p:spPr>
        <p:txBody>
          <a:bodyPr wrap="none" lIns="0" tIns="0" rIns="0" bIns="0" anchor="ctr">
            <a:spAutoFit/>
          </a:bodyPr>
          <a:lstStyle/>
          <a:p>
            <a:pPr defTabSz="457200"/>
            <a:r>
              <a:rPr sz="2000" spc="-100">
                <a:solidFill>
                  <a:srgbClr val="1B1F3B"/>
                </a:solidFill>
                <a:latin typeface="Times New Roman" panose="02020603050405020304" pitchFamily="18" charset="0"/>
                <a:cs typeface="Times New Roman" panose="02020603050405020304" pitchFamily="18" charset="0"/>
              </a:rPr>
              <a:t>Work Items</a:t>
            </a:r>
          </a:p>
        </p:txBody>
      </p:sp>
      <p:sp>
        <p:nvSpPr>
          <p:cNvPr id="27" name="TextBox 26"/>
          <p:cNvSpPr txBox="1"/>
          <p:nvPr/>
        </p:nvSpPr>
        <p:spPr>
          <a:xfrm>
            <a:off x="6309361" y="5227252"/>
            <a:ext cx="1712007" cy="276999"/>
          </a:xfrm>
          <a:prstGeom prst="rect">
            <a:avLst/>
          </a:prstGeom>
          <a:noFill/>
        </p:spPr>
        <p:txBody>
          <a:bodyPr wrap="none" lIns="0" tIns="0" rIns="0" bIns="0" anchor="ctr">
            <a:spAutoFit/>
          </a:bodyPr>
          <a:lstStyle/>
          <a:p>
            <a:pPr defTabSz="457200"/>
            <a:r>
              <a:rPr spc="-100">
                <a:solidFill>
                  <a:srgbClr val="1B1F3B"/>
                </a:solidFill>
                <a:latin typeface="Times New Roman" panose="02020603050405020304" pitchFamily="18" charset="0"/>
                <a:cs typeface="Times New Roman" panose="02020603050405020304" pitchFamily="18" charset="0"/>
              </a:rPr>
              <a:t>Pipelines Connection</a:t>
            </a:r>
          </a:p>
        </p:txBody>
      </p:sp>
      <p:sp>
        <p:nvSpPr>
          <p:cNvPr id="28" name="TextBox 27"/>
          <p:cNvSpPr txBox="1"/>
          <p:nvPr/>
        </p:nvSpPr>
        <p:spPr>
          <a:xfrm>
            <a:off x="5486401" y="6012260"/>
            <a:ext cx="3773021" cy="246221"/>
          </a:xfrm>
          <a:prstGeom prst="rect">
            <a:avLst/>
          </a:prstGeom>
          <a:noFill/>
        </p:spPr>
        <p:txBody>
          <a:bodyPr wrap="none" lIns="0" tIns="0" rIns="0" bIns="0" anchor="ctr">
            <a:spAutoFit/>
          </a:bodyPr>
          <a:lstStyle/>
          <a:p>
            <a:pPr defTabSz="457200"/>
            <a:r>
              <a:rPr sz="1600" i="1" spc="-100" dirty="0">
                <a:solidFill>
                  <a:srgbClr val="4A5568"/>
                </a:solidFill>
                <a:latin typeface="Times New Roman" panose="02020603050405020304" pitchFamily="18" charset="0"/>
                <a:cs typeface="Times New Roman" panose="02020603050405020304" pitchFamily="18" charset="0"/>
              </a:rPr>
              <a:t>Demonstrated using the E-Commerce Website project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image.png"/>
          <p:cNvPicPr>
            <a:picLocks noChangeAspect="1"/>
          </p:cNvPicPr>
          <p:nvPr/>
        </p:nvPicPr>
        <p:blipFill>
          <a:blip r:embed="rId2"/>
          <a:stretch>
            <a:fillRect/>
          </a:stretch>
        </p:blipFill>
        <p:spPr>
          <a:xfrm>
            <a:off x="469900" y="1631950"/>
            <a:ext cx="5422900" cy="2317750"/>
          </a:xfrm>
          <a:prstGeom prst="rect">
            <a:avLst/>
          </a:prstGeom>
        </p:spPr>
      </p:pic>
      <p:pic>
        <p:nvPicPr>
          <p:cNvPr id="4" name="Picture 3" descr="image.png"/>
          <p:cNvPicPr>
            <a:picLocks noChangeAspect="1"/>
          </p:cNvPicPr>
          <p:nvPr/>
        </p:nvPicPr>
        <p:blipFill>
          <a:blip r:embed="rId3"/>
          <a:stretch>
            <a:fillRect/>
          </a:stretch>
        </p:blipFill>
        <p:spPr>
          <a:xfrm>
            <a:off x="552450" y="1689100"/>
            <a:ext cx="5257800" cy="2152650"/>
          </a:xfrm>
          <a:prstGeom prst="rect">
            <a:avLst/>
          </a:prstGeom>
        </p:spPr>
      </p:pic>
      <p:pic>
        <p:nvPicPr>
          <p:cNvPr id="5" name="Picture 4" descr="image.png"/>
          <p:cNvPicPr>
            <a:picLocks noChangeAspect="1"/>
          </p:cNvPicPr>
          <p:nvPr/>
        </p:nvPicPr>
        <p:blipFill>
          <a:blip r:embed="rId4"/>
          <a:stretch>
            <a:fillRect/>
          </a:stretch>
        </p:blipFill>
        <p:spPr>
          <a:xfrm>
            <a:off x="546100" y="1682750"/>
            <a:ext cx="5270500" cy="2165350"/>
          </a:xfrm>
          <a:prstGeom prst="rect">
            <a:avLst/>
          </a:prstGeom>
        </p:spPr>
      </p:pic>
      <p:sp>
        <p:nvSpPr>
          <p:cNvPr id="42" name="Rectangle: Rounded Corners 41">
            <a:extLst>
              <a:ext uri="{FF2B5EF4-FFF2-40B4-BE49-F238E27FC236}">
                <a16:creationId xmlns:a16="http://schemas.microsoft.com/office/drawing/2014/main" id="{B1065C51-70D8-A49C-6556-52FD09773C58}"/>
              </a:ext>
            </a:extLst>
          </p:cNvPr>
          <p:cNvSpPr/>
          <p:nvPr/>
        </p:nvSpPr>
        <p:spPr>
          <a:xfrm>
            <a:off x="919480" y="2029989"/>
            <a:ext cx="494030" cy="510012"/>
          </a:xfrm>
          <a:prstGeom prst="roundRect">
            <a:avLst/>
          </a:prstGeom>
          <a:solidFill>
            <a:srgbClr val="FFC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pic>
        <p:nvPicPr>
          <p:cNvPr id="7" name="Picture 6" descr="image.png"/>
          <p:cNvPicPr>
            <a:picLocks noChangeAspect="1"/>
          </p:cNvPicPr>
          <p:nvPr/>
        </p:nvPicPr>
        <p:blipFill>
          <a:blip r:embed="rId5"/>
          <a:stretch>
            <a:fillRect/>
          </a:stretch>
        </p:blipFill>
        <p:spPr>
          <a:xfrm>
            <a:off x="919539" y="2050045"/>
            <a:ext cx="476250" cy="469900"/>
          </a:xfrm>
          <a:prstGeom prst="rect">
            <a:avLst/>
          </a:prstGeom>
        </p:spPr>
      </p:pic>
      <p:pic>
        <p:nvPicPr>
          <p:cNvPr id="8" name="Picture 7" descr="image.png"/>
          <p:cNvPicPr>
            <a:picLocks noChangeAspect="1"/>
          </p:cNvPicPr>
          <p:nvPr/>
        </p:nvPicPr>
        <p:blipFill>
          <a:blip r:embed="rId6"/>
          <a:stretch>
            <a:fillRect/>
          </a:stretch>
        </p:blipFill>
        <p:spPr>
          <a:xfrm>
            <a:off x="6267450" y="1631950"/>
            <a:ext cx="5422900" cy="2317750"/>
          </a:xfrm>
          <a:prstGeom prst="rect">
            <a:avLst/>
          </a:prstGeom>
        </p:spPr>
      </p:pic>
      <p:pic>
        <p:nvPicPr>
          <p:cNvPr id="9" name="Picture 8" descr="image.png"/>
          <p:cNvPicPr>
            <a:picLocks noChangeAspect="1"/>
          </p:cNvPicPr>
          <p:nvPr/>
        </p:nvPicPr>
        <p:blipFill>
          <a:blip r:embed="rId7"/>
          <a:stretch>
            <a:fillRect/>
          </a:stretch>
        </p:blipFill>
        <p:spPr>
          <a:xfrm>
            <a:off x="6350000" y="1689100"/>
            <a:ext cx="5257800" cy="2152650"/>
          </a:xfrm>
          <a:prstGeom prst="rect">
            <a:avLst/>
          </a:prstGeom>
        </p:spPr>
      </p:pic>
      <p:sp>
        <p:nvSpPr>
          <p:cNvPr id="46" name="Rectangle: Rounded Corners 45">
            <a:extLst>
              <a:ext uri="{FF2B5EF4-FFF2-40B4-BE49-F238E27FC236}">
                <a16:creationId xmlns:a16="http://schemas.microsoft.com/office/drawing/2014/main" id="{DEFDCD66-1C4A-90C1-820E-36DDC61C73B5}"/>
              </a:ext>
            </a:extLst>
          </p:cNvPr>
          <p:cNvSpPr/>
          <p:nvPr/>
        </p:nvSpPr>
        <p:spPr>
          <a:xfrm>
            <a:off x="6750280" y="2077837"/>
            <a:ext cx="494030" cy="510012"/>
          </a:xfrm>
          <a:prstGeom prst="roundRect">
            <a:avLst/>
          </a:prstGeom>
          <a:solidFill>
            <a:srgbClr val="FFC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pic>
        <p:nvPicPr>
          <p:cNvPr id="10" name="Picture 9" descr="image.png"/>
          <p:cNvPicPr>
            <a:picLocks noChangeAspect="1"/>
          </p:cNvPicPr>
          <p:nvPr/>
        </p:nvPicPr>
        <p:blipFill>
          <a:blip r:embed="rId8"/>
          <a:stretch>
            <a:fillRect/>
          </a:stretch>
        </p:blipFill>
        <p:spPr>
          <a:xfrm>
            <a:off x="6343650" y="1682750"/>
            <a:ext cx="5270500" cy="2165350"/>
          </a:xfrm>
          <a:prstGeom prst="rect">
            <a:avLst/>
          </a:prstGeom>
        </p:spPr>
      </p:pic>
      <p:pic>
        <p:nvPicPr>
          <p:cNvPr id="12" name="Picture 11" descr="image.png"/>
          <p:cNvPicPr>
            <a:picLocks noChangeAspect="1"/>
          </p:cNvPicPr>
          <p:nvPr/>
        </p:nvPicPr>
        <p:blipFill>
          <a:blip r:embed="rId9"/>
          <a:stretch>
            <a:fillRect/>
          </a:stretch>
        </p:blipFill>
        <p:spPr>
          <a:xfrm>
            <a:off x="6758244" y="2091373"/>
            <a:ext cx="469900" cy="469900"/>
          </a:xfrm>
          <a:prstGeom prst="rect">
            <a:avLst/>
          </a:prstGeom>
        </p:spPr>
      </p:pic>
      <p:pic>
        <p:nvPicPr>
          <p:cNvPr id="13" name="Picture 12" descr="image.png"/>
          <p:cNvPicPr>
            <a:picLocks noChangeAspect="1"/>
          </p:cNvPicPr>
          <p:nvPr/>
        </p:nvPicPr>
        <p:blipFill>
          <a:blip r:embed="rId2"/>
          <a:stretch>
            <a:fillRect/>
          </a:stretch>
        </p:blipFill>
        <p:spPr>
          <a:xfrm>
            <a:off x="469900" y="4006850"/>
            <a:ext cx="5422900" cy="2317750"/>
          </a:xfrm>
          <a:prstGeom prst="rect">
            <a:avLst/>
          </a:prstGeom>
        </p:spPr>
      </p:pic>
      <p:pic>
        <p:nvPicPr>
          <p:cNvPr id="14" name="Picture 13" descr="image.png"/>
          <p:cNvPicPr>
            <a:picLocks noChangeAspect="1"/>
          </p:cNvPicPr>
          <p:nvPr/>
        </p:nvPicPr>
        <p:blipFill>
          <a:blip r:embed="rId10"/>
          <a:stretch>
            <a:fillRect/>
          </a:stretch>
        </p:blipFill>
        <p:spPr>
          <a:xfrm>
            <a:off x="552450" y="4064000"/>
            <a:ext cx="5257800" cy="2152650"/>
          </a:xfrm>
          <a:prstGeom prst="rect">
            <a:avLst/>
          </a:prstGeom>
        </p:spPr>
      </p:pic>
      <p:sp>
        <p:nvSpPr>
          <p:cNvPr id="48" name="Rectangle: Rounded Corners 47">
            <a:extLst>
              <a:ext uri="{FF2B5EF4-FFF2-40B4-BE49-F238E27FC236}">
                <a16:creationId xmlns:a16="http://schemas.microsoft.com/office/drawing/2014/main" id="{70FEB4F1-8264-5C08-03DD-86909373291F}"/>
              </a:ext>
            </a:extLst>
          </p:cNvPr>
          <p:cNvSpPr/>
          <p:nvPr/>
        </p:nvSpPr>
        <p:spPr>
          <a:xfrm>
            <a:off x="891663" y="4443042"/>
            <a:ext cx="494030" cy="510012"/>
          </a:xfrm>
          <a:prstGeom prst="roundRect">
            <a:avLst/>
          </a:prstGeom>
          <a:solidFill>
            <a:srgbClr val="FFC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pic>
        <p:nvPicPr>
          <p:cNvPr id="15" name="Picture 14" descr="image.png"/>
          <p:cNvPicPr>
            <a:picLocks noChangeAspect="1"/>
          </p:cNvPicPr>
          <p:nvPr/>
        </p:nvPicPr>
        <p:blipFill>
          <a:blip r:embed="rId11"/>
          <a:stretch>
            <a:fillRect/>
          </a:stretch>
        </p:blipFill>
        <p:spPr>
          <a:xfrm>
            <a:off x="546100" y="4057650"/>
            <a:ext cx="5270500" cy="2165350"/>
          </a:xfrm>
          <a:prstGeom prst="rect">
            <a:avLst/>
          </a:prstGeom>
        </p:spPr>
      </p:pic>
      <p:pic>
        <p:nvPicPr>
          <p:cNvPr id="17" name="Picture 16" descr="image.png"/>
          <p:cNvPicPr>
            <a:picLocks noChangeAspect="1"/>
          </p:cNvPicPr>
          <p:nvPr/>
        </p:nvPicPr>
        <p:blipFill>
          <a:blip r:embed="rId12"/>
          <a:stretch>
            <a:fillRect/>
          </a:stretch>
        </p:blipFill>
        <p:spPr>
          <a:xfrm>
            <a:off x="900553" y="4474186"/>
            <a:ext cx="476250" cy="469900"/>
          </a:xfrm>
          <a:prstGeom prst="rect">
            <a:avLst/>
          </a:prstGeom>
        </p:spPr>
      </p:pic>
      <p:pic>
        <p:nvPicPr>
          <p:cNvPr id="18" name="Picture 17" descr="image.png"/>
          <p:cNvPicPr>
            <a:picLocks noChangeAspect="1"/>
          </p:cNvPicPr>
          <p:nvPr/>
        </p:nvPicPr>
        <p:blipFill>
          <a:blip r:embed="rId6"/>
          <a:stretch>
            <a:fillRect/>
          </a:stretch>
        </p:blipFill>
        <p:spPr>
          <a:xfrm>
            <a:off x="6267450" y="4006850"/>
            <a:ext cx="5422900" cy="2317750"/>
          </a:xfrm>
          <a:prstGeom prst="rect">
            <a:avLst/>
          </a:prstGeom>
        </p:spPr>
      </p:pic>
      <p:pic>
        <p:nvPicPr>
          <p:cNvPr id="19" name="Picture 18" descr="image.png"/>
          <p:cNvPicPr>
            <a:picLocks noChangeAspect="1"/>
          </p:cNvPicPr>
          <p:nvPr/>
        </p:nvPicPr>
        <p:blipFill>
          <a:blip r:embed="rId13"/>
          <a:stretch>
            <a:fillRect/>
          </a:stretch>
        </p:blipFill>
        <p:spPr>
          <a:xfrm>
            <a:off x="6350000" y="4064000"/>
            <a:ext cx="5257800" cy="2152650"/>
          </a:xfrm>
          <a:prstGeom prst="rect">
            <a:avLst/>
          </a:prstGeom>
        </p:spPr>
      </p:pic>
      <p:sp>
        <p:nvSpPr>
          <p:cNvPr id="44" name="Rectangle: Rounded Corners 43">
            <a:extLst>
              <a:ext uri="{FF2B5EF4-FFF2-40B4-BE49-F238E27FC236}">
                <a16:creationId xmlns:a16="http://schemas.microsoft.com/office/drawing/2014/main" id="{EE946A10-12B3-5DC9-54AB-E81ADCB75519}"/>
              </a:ext>
            </a:extLst>
          </p:cNvPr>
          <p:cNvSpPr/>
          <p:nvPr/>
        </p:nvSpPr>
        <p:spPr>
          <a:xfrm>
            <a:off x="6719570" y="4395703"/>
            <a:ext cx="511810" cy="567797"/>
          </a:xfrm>
          <a:prstGeom prst="roundRect">
            <a:avLst/>
          </a:prstGeom>
          <a:solidFill>
            <a:srgbClr val="FFC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pic>
        <p:nvPicPr>
          <p:cNvPr id="20" name="Picture 19" descr="image.png"/>
          <p:cNvPicPr>
            <a:picLocks noChangeAspect="1"/>
          </p:cNvPicPr>
          <p:nvPr/>
        </p:nvPicPr>
        <p:blipFill>
          <a:blip r:embed="rId14"/>
          <a:stretch>
            <a:fillRect/>
          </a:stretch>
        </p:blipFill>
        <p:spPr>
          <a:xfrm>
            <a:off x="6343650" y="4057650"/>
            <a:ext cx="5270500" cy="2165350"/>
          </a:xfrm>
          <a:prstGeom prst="rect">
            <a:avLst/>
          </a:prstGeom>
        </p:spPr>
      </p:pic>
      <p:pic>
        <p:nvPicPr>
          <p:cNvPr id="22" name="Picture 21" descr="image.png"/>
          <p:cNvPicPr>
            <a:picLocks noChangeAspect="1"/>
          </p:cNvPicPr>
          <p:nvPr/>
        </p:nvPicPr>
        <p:blipFill>
          <a:blip r:embed="rId15"/>
          <a:stretch>
            <a:fillRect/>
          </a:stretch>
        </p:blipFill>
        <p:spPr>
          <a:xfrm>
            <a:off x="6737350" y="4445000"/>
            <a:ext cx="469900" cy="469900"/>
          </a:xfrm>
          <a:prstGeom prst="rect">
            <a:avLst/>
          </a:prstGeom>
        </p:spPr>
      </p:pic>
      <p:sp>
        <p:nvSpPr>
          <p:cNvPr id="23" name="TextBox 22"/>
          <p:cNvSpPr txBox="1"/>
          <p:nvPr/>
        </p:nvSpPr>
        <p:spPr>
          <a:xfrm>
            <a:off x="645160" y="406263"/>
            <a:ext cx="4351832" cy="553998"/>
          </a:xfrm>
          <a:prstGeom prst="rect">
            <a:avLst/>
          </a:prstGeom>
          <a:noFill/>
        </p:spPr>
        <p:txBody>
          <a:bodyPr wrap="none" lIns="0" tIns="0" rIns="0" bIns="0" anchor="ctr">
            <a:spAutoFit/>
          </a:bodyPr>
          <a:lstStyle/>
          <a:p>
            <a:pPr defTabSz="457200"/>
            <a:r>
              <a:rPr sz="3600" b="1" spc="-100" dirty="0">
                <a:solidFill>
                  <a:srgbClr val="1B1F3B"/>
                </a:solidFill>
                <a:latin typeface="Times New Roman" panose="02020603050405020304" pitchFamily="18" charset="0"/>
                <a:cs typeface="Times New Roman" panose="02020603050405020304" pitchFamily="18" charset="0"/>
              </a:rPr>
              <a:t>Azure Boards Interface</a:t>
            </a:r>
          </a:p>
        </p:txBody>
      </p:sp>
      <p:sp>
        <p:nvSpPr>
          <p:cNvPr id="24" name="TextBox 23"/>
          <p:cNvSpPr txBox="1"/>
          <p:nvPr/>
        </p:nvSpPr>
        <p:spPr>
          <a:xfrm>
            <a:off x="645160" y="1042117"/>
            <a:ext cx="2769028" cy="246221"/>
          </a:xfrm>
          <a:prstGeom prst="rect">
            <a:avLst/>
          </a:prstGeom>
          <a:noFill/>
        </p:spPr>
        <p:txBody>
          <a:bodyPr wrap="none" lIns="0" tIns="0" rIns="0" bIns="0" anchor="ctr">
            <a:spAutoFit/>
          </a:bodyPr>
          <a:lstStyle/>
          <a:p>
            <a:pPr defTabSz="457200"/>
            <a:r>
              <a:rPr sz="1600" spc="-100" dirty="0">
                <a:solidFill>
                  <a:srgbClr val="4A5568"/>
                </a:solidFill>
                <a:latin typeface="Quattrocento Sans"/>
              </a:rPr>
              <a:t>Four core areas teams use every day</a:t>
            </a:r>
          </a:p>
        </p:txBody>
      </p:sp>
      <p:sp>
        <p:nvSpPr>
          <p:cNvPr id="25" name="TextBox 24"/>
          <p:cNvSpPr txBox="1"/>
          <p:nvPr/>
        </p:nvSpPr>
        <p:spPr>
          <a:xfrm>
            <a:off x="1751453" y="2088106"/>
            <a:ext cx="1404231" cy="369332"/>
          </a:xfrm>
          <a:prstGeom prst="rect">
            <a:avLst/>
          </a:prstGeom>
          <a:noFill/>
        </p:spPr>
        <p:txBody>
          <a:bodyPr wrap="none" lIns="0" tIns="0" rIns="0" bIns="0" anchor="ctr">
            <a:spAutoFit/>
          </a:bodyPr>
          <a:lstStyle/>
          <a:p>
            <a:pPr defTabSz="457200"/>
            <a:r>
              <a:rPr sz="2400" b="1" spc="-100" dirty="0">
                <a:solidFill>
                  <a:srgbClr val="1B1F3B"/>
                </a:solidFill>
                <a:latin typeface="Times New Roman" panose="02020603050405020304" pitchFamily="18" charset="0"/>
                <a:cs typeface="Times New Roman" panose="02020603050405020304" pitchFamily="18" charset="0"/>
              </a:rPr>
              <a:t>Dashboard </a:t>
            </a:r>
          </a:p>
        </p:txBody>
      </p:sp>
      <p:sp>
        <p:nvSpPr>
          <p:cNvPr id="26" name="TextBox 25"/>
          <p:cNvSpPr txBox="1"/>
          <p:nvPr/>
        </p:nvSpPr>
        <p:spPr>
          <a:xfrm>
            <a:off x="7551544" y="2088106"/>
            <a:ext cx="864019" cy="369332"/>
          </a:xfrm>
          <a:prstGeom prst="rect">
            <a:avLst/>
          </a:prstGeom>
          <a:noFill/>
        </p:spPr>
        <p:txBody>
          <a:bodyPr wrap="none" lIns="0" tIns="0" rIns="0" bIns="0" anchor="ctr">
            <a:spAutoFit/>
          </a:bodyPr>
          <a:lstStyle/>
          <a:p>
            <a:pPr defTabSz="457200"/>
            <a:r>
              <a:rPr sz="2400" b="1" spc="-100">
                <a:solidFill>
                  <a:srgbClr val="1B1F3B"/>
                </a:solidFill>
                <a:latin typeface="Times New Roman" panose="02020603050405020304" pitchFamily="18" charset="0"/>
                <a:cs typeface="Times New Roman" panose="02020603050405020304" pitchFamily="18" charset="0"/>
              </a:rPr>
              <a:t>Boards</a:t>
            </a:r>
          </a:p>
        </p:txBody>
      </p:sp>
      <p:sp>
        <p:nvSpPr>
          <p:cNvPr id="27" name="TextBox 26"/>
          <p:cNvSpPr txBox="1"/>
          <p:nvPr/>
        </p:nvSpPr>
        <p:spPr>
          <a:xfrm>
            <a:off x="919481" y="2799943"/>
            <a:ext cx="3856697" cy="215444"/>
          </a:xfrm>
          <a:prstGeom prst="rect">
            <a:avLst/>
          </a:prstGeom>
          <a:noFill/>
        </p:spPr>
        <p:txBody>
          <a:bodyPr wrap="none" lIns="0" tIns="0" rIns="0" bIns="0" anchor="ctr">
            <a:spAutoFit/>
          </a:bodyPr>
          <a:lstStyle/>
          <a:p>
            <a:pPr defTabSz="457200"/>
            <a:r>
              <a:rPr sz="1400" spc="-100" dirty="0">
                <a:solidFill>
                  <a:srgbClr val="4A5568"/>
                </a:solidFill>
                <a:latin typeface="Quattrocento Sans"/>
              </a:rPr>
              <a:t>At-a-glance widgets for project health: burndown, velocity, </a:t>
            </a:r>
          </a:p>
        </p:txBody>
      </p:sp>
      <p:sp>
        <p:nvSpPr>
          <p:cNvPr id="28" name="TextBox 27"/>
          <p:cNvSpPr txBox="1"/>
          <p:nvPr/>
        </p:nvSpPr>
        <p:spPr>
          <a:xfrm>
            <a:off x="6719570" y="2799308"/>
            <a:ext cx="3970895" cy="215444"/>
          </a:xfrm>
          <a:prstGeom prst="rect">
            <a:avLst/>
          </a:prstGeom>
          <a:noFill/>
        </p:spPr>
        <p:txBody>
          <a:bodyPr wrap="none" lIns="0" tIns="0" rIns="0" bIns="0" anchor="ctr">
            <a:spAutoFit/>
          </a:bodyPr>
          <a:lstStyle/>
          <a:p>
            <a:pPr defTabSz="457200"/>
            <a:r>
              <a:rPr sz="1400" spc="-100">
                <a:solidFill>
                  <a:srgbClr val="4A5568"/>
                </a:solidFill>
                <a:latin typeface="Quattrocento Sans"/>
              </a:rPr>
              <a:t>Visual Kanban board where cards move across To Do, Doing,</a:t>
            </a:r>
          </a:p>
        </p:txBody>
      </p:sp>
      <p:sp>
        <p:nvSpPr>
          <p:cNvPr id="29" name="TextBox 28"/>
          <p:cNvSpPr txBox="1"/>
          <p:nvPr/>
        </p:nvSpPr>
        <p:spPr>
          <a:xfrm>
            <a:off x="919481" y="3027908"/>
            <a:ext cx="1282531" cy="215444"/>
          </a:xfrm>
          <a:prstGeom prst="rect">
            <a:avLst/>
          </a:prstGeom>
          <a:noFill/>
        </p:spPr>
        <p:txBody>
          <a:bodyPr wrap="none" lIns="0" tIns="0" rIns="0" bIns="0" anchor="ctr">
            <a:spAutoFit/>
          </a:bodyPr>
          <a:lstStyle/>
          <a:p>
            <a:pPr defTabSz="457200"/>
            <a:r>
              <a:rPr sz="1400" spc="-100">
                <a:solidFill>
                  <a:srgbClr val="4A5568"/>
                </a:solidFill>
                <a:latin typeface="Quattrocento Sans"/>
              </a:rPr>
              <a:t>and assigned work. </a:t>
            </a:r>
          </a:p>
        </p:txBody>
      </p:sp>
      <p:sp>
        <p:nvSpPr>
          <p:cNvPr id="30" name="TextBox 29"/>
          <p:cNvSpPr txBox="1"/>
          <p:nvPr/>
        </p:nvSpPr>
        <p:spPr>
          <a:xfrm>
            <a:off x="6719571" y="3008223"/>
            <a:ext cx="678071" cy="215444"/>
          </a:xfrm>
          <a:prstGeom prst="rect">
            <a:avLst/>
          </a:prstGeom>
          <a:noFill/>
        </p:spPr>
        <p:txBody>
          <a:bodyPr wrap="none" lIns="0" tIns="0" rIns="0" bIns="0" anchor="ctr">
            <a:spAutoFit/>
          </a:bodyPr>
          <a:lstStyle/>
          <a:p>
            <a:pPr defTabSz="457200"/>
            <a:r>
              <a:rPr sz="1400" spc="-100">
                <a:solidFill>
                  <a:srgbClr val="4A5568"/>
                </a:solidFill>
                <a:latin typeface="Quattrocento Sans"/>
              </a:rPr>
              <a:t>and Done.</a:t>
            </a:r>
          </a:p>
        </p:txBody>
      </p:sp>
      <p:sp>
        <p:nvSpPr>
          <p:cNvPr id="31" name="TextBox 30"/>
          <p:cNvSpPr txBox="1"/>
          <p:nvPr/>
        </p:nvSpPr>
        <p:spPr>
          <a:xfrm>
            <a:off x="1751454" y="4490947"/>
            <a:ext cx="1033937" cy="369332"/>
          </a:xfrm>
          <a:prstGeom prst="rect">
            <a:avLst/>
          </a:prstGeom>
          <a:noFill/>
        </p:spPr>
        <p:txBody>
          <a:bodyPr wrap="none" lIns="0" tIns="0" rIns="0" bIns="0" anchor="ctr">
            <a:spAutoFit/>
          </a:bodyPr>
          <a:lstStyle/>
          <a:p>
            <a:pPr defTabSz="457200"/>
            <a:r>
              <a:rPr sz="2400" b="1" spc="-100">
                <a:solidFill>
                  <a:srgbClr val="1B1F3B"/>
                </a:solidFill>
                <a:latin typeface="Times New Roman" panose="02020603050405020304" pitchFamily="18" charset="0"/>
                <a:cs typeface="Times New Roman" panose="02020603050405020304" pitchFamily="18" charset="0"/>
              </a:rPr>
              <a:t>Backlog </a:t>
            </a:r>
          </a:p>
        </p:txBody>
      </p:sp>
      <p:sp>
        <p:nvSpPr>
          <p:cNvPr id="32" name="TextBox 31"/>
          <p:cNvSpPr txBox="1"/>
          <p:nvPr/>
        </p:nvSpPr>
        <p:spPr>
          <a:xfrm>
            <a:off x="7551544" y="4499836"/>
            <a:ext cx="761427" cy="369332"/>
          </a:xfrm>
          <a:prstGeom prst="rect">
            <a:avLst/>
          </a:prstGeom>
          <a:noFill/>
        </p:spPr>
        <p:txBody>
          <a:bodyPr wrap="none" lIns="0" tIns="0" rIns="0" bIns="0" anchor="ctr">
            <a:spAutoFit/>
          </a:bodyPr>
          <a:lstStyle/>
          <a:p>
            <a:pPr defTabSz="457200"/>
            <a:r>
              <a:rPr sz="2400" b="1" spc="-100">
                <a:solidFill>
                  <a:srgbClr val="1B1F3B"/>
                </a:solidFill>
                <a:latin typeface="Times New Roman" panose="02020603050405020304" pitchFamily="18" charset="0"/>
                <a:cs typeface="Times New Roman" panose="02020603050405020304" pitchFamily="18" charset="0"/>
              </a:rPr>
              <a:t>Sprint</a:t>
            </a:r>
          </a:p>
        </p:txBody>
      </p:sp>
      <p:sp>
        <p:nvSpPr>
          <p:cNvPr id="33" name="TextBox 32"/>
          <p:cNvSpPr txBox="1"/>
          <p:nvPr/>
        </p:nvSpPr>
        <p:spPr>
          <a:xfrm>
            <a:off x="919480" y="5173573"/>
            <a:ext cx="3872279" cy="215444"/>
          </a:xfrm>
          <a:prstGeom prst="rect">
            <a:avLst/>
          </a:prstGeom>
          <a:noFill/>
        </p:spPr>
        <p:txBody>
          <a:bodyPr wrap="none" lIns="0" tIns="0" rIns="0" bIns="0" anchor="ctr">
            <a:spAutoFit/>
          </a:bodyPr>
          <a:lstStyle/>
          <a:p>
            <a:pPr defTabSz="457200"/>
            <a:r>
              <a:rPr sz="1400" spc="-100">
                <a:solidFill>
                  <a:srgbClr val="4A5568"/>
                </a:solidFill>
                <a:latin typeface="Quattrocento Sans"/>
              </a:rPr>
              <a:t>Prioritized, ranked list of all user stories and features awaiting </a:t>
            </a:r>
          </a:p>
        </p:txBody>
      </p:sp>
      <p:sp>
        <p:nvSpPr>
          <p:cNvPr id="34" name="TextBox 33"/>
          <p:cNvSpPr txBox="1"/>
          <p:nvPr/>
        </p:nvSpPr>
        <p:spPr>
          <a:xfrm>
            <a:off x="6719570" y="5160873"/>
            <a:ext cx="3925690" cy="215444"/>
          </a:xfrm>
          <a:prstGeom prst="rect">
            <a:avLst/>
          </a:prstGeom>
          <a:noFill/>
        </p:spPr>
        <p:txBody>
          <a:bodyPr wrap="none" lIns="0" tIns="0" rIns="0" bIns="0" anchor="ctr">
            <a:spAutoFit/>
          </a:bodyPr>
          <a:lstStyle/>
          <a:p>
            <a:pPr defTabSz="457200"/>
            <a:r>
              <a:rPr sz="1400" spc="-100">
                <a:solidFill>
                  <a:srgbClr val="4A5568"/>
                </a:solidFill>
                <a:latin typeface="Quattrocento Sans"/>
              </a:rPr>
              <a:t>A time-boxed iteration (1–4 weeks) where the team commits</a:t>
            </a:r>
          </a:p>
        </p:txBody>
      </p:sp>
      <p:sp>
        <p:nvSpPr>
          <p:cNvPr id="35" name="TextBox 34"/>
          <p:cNvSpPr txBox="1"/>
          <p:nvPr/>
        </p:nvSpPr>
        <p:spPr>
          <a:xfrm>
            <a:off x="919481" y="5383123"/>
            <a:ext cx="404854" cy="215444"/>
          </a:xfrm>
          <a:prstGeom prst="rect">
            <a:avLst/>
          </a:prstGeom>
          <a:noFill/>
        </p:spPr>
        <p:txBody>
          <a:bodyPr wrap="none" lIns="0" tIns="0" rIns="0" bIns="0" anchor="ctr">
            <a:spAutoFit/>
          </a:bodyPr>
          <a:lstStyle/>
          <a:p>
            <a:pPr defTabSz="457200"/>
            <a:r>
              <a:rPr sz="1400" spc="-100">
                <a:solidFill>
                  <a:srgbClr val="4A5568"/>
                </a:solidFill>
                <a:latin typeface="Quattrocento Sans"/>
              </a:rPr>
              <a:t>work. </a:t>
            </a:r>
          </a:p>
        </p:txBody>
      </p:sp>
      <p:sp>
        <p:nvSpPr>
          <p:cNvPr id="36" name="TextBox 35"/>
          <p:cNvSpPr txBox="1"/>
          <p:nvPr/>
        </p:nvSpPr>
        <p:spPr>
          <a:xfrm>
            <a:off x="6719571" y="5382488"/>
            <a:ext cx="1029449" cy="215444"/>
          </a:xfrm>
          <a:prstGeom prst="rect">
            <a:avLst/>
          </a:prstGeom>
          <a:noFill/>
        </p:spPr>
        <p:txBody>
          <a:bodyPr wrap="none" lIns="0" tIns="0" rIns="0" bIns="0" anchor="ctr">
            <a:spAutoFit/>
          </a:bodyPr>
          <a:lstStyle/>
          <a:p>
            <a:pPr defTabSz="457200"/>
            <a:r>
              <a:rPr sz="1400" spc="-100">
                <a:solidFill>
                  <a:srgbClr val="4A5568"/>
                </a:solidFill>
                <a:latin typeface="Quattrocento Sans"/>
              </a:rPr>
              <a:t>to a set of items.</a:t>
            </a:r>
          </a:p>
        </p:txBody>
      </p:sp>
      <p:sp>
        <p:nvSpPr>
          <p:cNvPr id="37" name="TextBox 36"/>
          <p:cNvSpPr txBox="1"/>
          <p:nvPr/>
        </p:nvSpPr>
        <p:spPr>
          <a:xfrm>
            <a:off x="554990" y="6569003"/>
            <a:ext cx="1306448" cy="146194"/>
          </a:xfrm>
          <a:prstGeom prst="rect">
            <a:avLst/>
          </a:prstGeom>
          <a:noFill/>
        </p:spPr>
        <p:txBody>
          <a:bodyPr wrap="none" lIns="0" tIns="0" rIns="0" bIns="0" anchor="ctr">
            <a:spAutoFit/>
          </a:bodyPr>
          <a:lstStyle/>
          <a:p>
            <a:pPr defTabSz="457200"/>
            <a:r>
              <a:rPr sz="950" spc="-100">
                <a:solidFill>
                  <a:srgbClr val="9AA5B1"/>
                </a:solidFill>
                <a:latin typeface="Quattrocento Sans"/>
              </a:rPr>
              <a:t>Azure Boards Interface &amp; Demo </a:t>
            </a:r>
          </a:p>
        </p:txBody>
      </p:sp>
      <p:sp>
        <p:nvSpPr>
          <p:cNvPr id="38" name="TextBox 37"/>
          <p:cNvSpPr txBox="1"/>
          <p:nvPr/>
        </p:nvSpPr>
        <p:spPr>
          <a:xfrm>
            <a:off x="11720830" y="6572813"/>
            <a:ext cx="49694" cy="146194"/>
          </a:xfrm>
          <a:prstGeom prst="rect">
            <a:avLst/>
          </a:prstGeom>
          <a:noFill/>
        </p:spPr>
        <p:txBody>
          <a:bodyPr wrap="none" lIns="0" tIns="0" rIns="0" bIns="0" anchor="ctr">
            <a:spAutoFit/>
          </a:bodyPr>
          <a:lstStyle/>
          <a:p>
            <a:pPr defTabSz="457200"/>
            <a:r>
              <a:rPr sz="950" spc="-100">
                <a:solidFill>
                  <a:srgbClr val="9AA5B1"/>
                </a:solidFill>
                <a:latin typeface="Quattrocento Sans"/>
              </a:rPr>
              <a:t>2</a:t>
            </a:r>
          </a:p>
        </p:txBody>
      </p:sp>
      <p:sp>
        <p:nvSpPr>
          <p:cNvPr id="41" name="Shape 4">
            <a:extLst>
              <a:ext uri="{FF2B5EF4-FFF2-40B4-BE49-F238E27FC236}">
                <a16:creationId xmlns:a16="http://schemas.microsoft.com/office/drawing/2014/main" id="{7EA8099D-88C3-EC36-ACB4-E7C99A33CEC8}"/>
              </a:ext>
            </a:extLst>
          </p:cNvPr>
          <p:cNvSpPr/>
          <p:nvPr/>
        </p:nvSpPr>
        <p:spPr>
          <a:xfrm>
            <a:off x="645160" y="1421154"/>
            <a:ext cx="1005840" cy="0"/>
          </a:xfrm>
          <a:prstGeom prst="line">
            <a:avLst/>
          </a:prstGeom>
          <a:noFill/>
          <a:ln w="31750">
            <a:solidFill>
              <a:srgbClr val="E8A33D"/>
            </a:solidFill>
            <a:prstDash val="solid"/>
          </a:ln>
        </p:spPr>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image.png"/>
          <p:cNvPicPr>
            <a:picLocks noChangeAspect="1"/>
          </p:cNvPicPr>
          <p:nvPr/>
        </p:nvPicPr>
        <p:blipFill>
          <a:blip r:embed="rId2"/>
          <a:stretch>
            <a:fillRect/>
          </a:stretch>
        </p:blipFill>
        <p:spPr>
          <a:xfrm>
            <a:off x="552450" y="2095500"/>
            <a:ext cx="5759450" cy="901700"/>
          </a:xfrm>
          <a:prstGeom prst="rect">
            <a:avLst/>
          </a:prstGeom>
        </p:spPr>
      </p:pic>
      <p:pic>
        <p:nvPicPr>
          <p:cNvPr id="4" name="Picture 3" descr="image.png"/>
          <p:cNvPicPr>
            <a:picLocks noChangeAspect="1"/>
          </p:cNvPicPr>
          <p:nvPr/>
        </p:nvPicPr>
        <p:blipFill>
          <a:blip r:embed="rId3"/>
          <a:stretch>
            <a:fillRect/>
          </a:stretch>
        </p:blipFill>
        <p:spPr>
          <a:xfrm>
            <a:off x="546100" y="2089150"/>
            <a:ext cx="5772150" cy="914400"/>
          </a:xfrm>
          <a:prstGeom prst="rect">
            <a:avLst/>
          </a:prstGeom>
        </p:spPr>
      </p:pic>
      <p:pic>
        <p:nvPicPr>
          <p:cNvPr id="5" name="Picture 4" descr="image.png"/>
          <p:cNvPicPr>
            <a:picLocks noChangeAspect="1"/>
          </p:cNvPicPr>
          <p:nvPr/>
        </p:nvPicPr>
        <p:blipFill>
          <a:blip r:embed="rId4"/>
          <a:stretch>
            <a:fillRect/>
          </a:stretch>
        </p:blipFill>
        <p:spPr>
          <a:xfrm>
            <a:off x="717550" y="2273300"/>
            <a:ext cx="1238250" cy="552450"/>
          </a:xfrm>
          <a:prstGeom prst="rect">
            <a:avLst/>
          </a:prstGeom>
        </p:spPr>
      </p:pic>
      <p:pic>
        <p:nvPicPr>
          <p:cNvPr id="6" name="Picture 5" descr="image.png"/>
          <p:cNvPicPr>
            <a:picLocks noChangeAspect="1"/>
          </p:cNvPicPr>
          <p:nvPr/>
        </p:nvPicPr>
        <p:blipFill>
          <a:blip r:embed="rId5"/>
          <a:stretch>
            <a:fillRect/>
          </a:stretch>
        </p:blipFill>
        <p:spPr>
          <a:xfrm>
            <a:off x="552450" y="3136900"/>
            <a:ext cx="5759450" cy="901700"/>
          </a:xfrm>
          <a:prstGeom prst="rect">
            <a:avLst/>
          </a:prstGeom>
        </p:spPr>
      </p:pic>
      <p:pic>
        <p:nvPicPr>
          <p:cNvPr id="7" name="Picture 6" descr="image.png"/>
          <p:cNvPicPr>
            <a:picLocks noChangeAspect="1"/>
          </p:cNvPicPr>
          <p:nvPr/>
        </p:nvPicPr>
        <p:blipFill>
          <a:blip r:embed="rId6"/>
          <a:stretch>
            <a:fillRect/>
          </a:stretch>
        </p:blipFill>
        <p:spPr>
          <a:xfrm>
            <a:off x="546100" y="3130550"/>
            <a:ext cx="5772150" cy="914400"/>
          </a:xfrm>
          <a:prstGeom prst="rect">
            <a:avLst/>
          </a:prstGeom>
        </p:spPr>
      </p:pic>
      <p:pic>
        <p:nvPicPr>
          <p:cNvPr id="8" name="Picture 7" descr="image.png"/>
          <p:cNvPicPr>
            <a:picLocks noChangeAspect="1"/>
          </p:cNvPicPr>
          <p:nvPr/>
        </p:nvPicPr>
        <p:blipFill>
          <a:blip r:embed="rId7"/>
          <a:stretch>
            <a:fillRect/>
          </a:stretch>
        </p:blipFill>
        <p:spPr>
          <a:xfrm>
            <a:off x="717550" y="3314700"/>
            <a:ext cx="1238250" cy="552450"/>
          </a:xfrm>
          <a:prstGeom prst="rect">
            <a:avLst/>
          </a:prstGeom>
        </p:spPr>
      </p:pic>
      <p:pic>
        <p:nvPicPr>
          <p:cNvPr id="9" name="Picture 8" descr="image.png"/>
          <p:cNvPicPr>
            <a:picLocks noChangeAspect="1"/>
          </p:cNvPicPr>
          <p:nvPr/>
        </p:nvPicPr>
        <p:blipFill>
          <a:blip r:embed="rId8"/>
          <a:stretch>
            <a:fillRect/>
          </a:stretch>
        </p:blipFill>
        <p:spPr>
          <a:xfrm>
            <a:off x="552450" y="4178300"/>
            <a:ext cx="5759450" cy="901700"/>
          </a:xfrm>
          <a:prstGeom prst="rect">
            <a:avLst/>
          </a:prstGeom>
        </p:spPr>
      </p:pic>
      <p:pic>
        <p:nvPicPr>
          <p:cNvPr id="10" name="Picture 9" descr="image.png"/>
          <p:cNvPicPr>
            <a:picLocks noChangeAspect="1"/>
          </p:cNvPicPr>
          <p:nvPr/>
        </p:nvPicPr>
        <p:blipFill>
          <a:blip r:embed="rId9"/>
          <a:stretch>
            <a:fillRect/>
          </a:stretch>
        </p:blipFill>
        <p:spPr>
          <a:xfrm>
            <a:off x="546100" y="4171950"/>
            <a:ext cx="5772150" cy="914400"/>
          </a:xfrm>
          <a:prstGeom prst="rect">
            <a:avLst/>
          </a:prstGeom>
        </p:spPr>
      </p:pic>
      <p:pic>
        <p:nvPicPr>
          <p:cNvPr id="11" name="Picture 10" descr="image.png"/>
          <p:cNvPicPr>
            <a:picLocks noChangeAspect="1"/>
          </p:cNvPicPr>
          <p:nvPr/>
        </p:nvPicPr>
        <p:blipFill>
          <a:blip r:embed="rId10"/>
          <a:stretch>
            <a:fillRect/>
          </a:stretch>
        </p:blipFill>
        <p:spPr>
          <a:xfrm>
            <a:off x="717550" y="4356100"/>
            <a:ext cx="1238250" cy="552450"/>
          </a:xfrm>
          <a:prstGeom prst="rect">
            <a:avLst/>
          </a:prstGeom>
        </p:spPr>
      </p:pic>
      <p:pic>
        <p:nvPicPr>
          <p:cNvPr id="12" name="Picture 11" descr="image.png"/>
          <p:cNvPicPr>
            <a:picLocks noChangeAspect="1"/>
          </p:cNvPicPr>
          <p:nvPr/>
        </p:nvPicPr>
        <p:blipFill>
          <a:blip r:embed="rId11"/>
          <a:stretch>
            <a:fillRect/>
          </a:stretch>
        </p:blipFill>
        <p:spPr>
          <a:xfrm>
            <a:off x="552450" y="5219700"/>
            <a:ext cx="5759450" cy="901700"/>
          </a:xfrm>
          <a:prstGeom prst="rect">
            <a:avLst/>
          </a:prstGeom>
        </p:spPr>
      </p:pic>
      <p:pic>
        <p:nvPicPr>
          <p:cNvPr id="13" name="Picture 12" descr="image.png"/>
          <p:cNvPicPr>
            <a:picLocks noChangeAspect="1"/>
          </p:cNvPicPr>
          <p:nvPr/>
        </p:nvPicPr>
        <p:blipFill>
          <a:blip r:embed="rId12"/>
          <a:stretch>
            <a:fillRect/>
          </a:stretch>
        </p:blipFill>
        <p:spPr>
          <a:xfrm>
            <a:off x="546100" y="5213350"/>
            <a:ext cx="5772150" cy="914400"/>
          </a:xfrm>
          <a:prstGeom prst="rect">
            <a:avLst/>
          </a:prstGeom>
        </p:spPr>
      </p:pic>
      <p:pic>
        <p:nvPicPr>
          <p:cNvPr id="14" name="Picture 13" descr="image.png"/>
          <p:cNvPicPr>
            <a:picLocks noChangeAspect="1"/>
          </p:cNvPicPr>
          <p:nvPr/>
        </p:nvPicPr>
        <p:blipFill>
          <a:blip r:embed="rId13"/>
          <a:stretch>
            <a:fillRect/>
          </a:stretch>
        </p:blipFill>
        <p:spPr>
          <a:xfrm>
            <a:off x="717550" y="5397500"/>
            <a:ext cx="1238250" cy="552450"/>
          </a:xfrm>
          <a:prstGeom prst="rect">
            <a:avLst/>
          </a:prstGeom>
        </p:spPr>
      </p:pic>
      <p:pic>
        <p:nvPicPr>
          <p:cNvPr id="15" name="Picture 14" descr="image.png"/>
          <p:cNvPicPr>
            <a:picLocks noChangeAspect="1"/>
          </p:cNvPicPr>
          <p:nvPr/>
        </p:nvPicPr>
        <p:blipFill>
          <a:blip r:embed="rId14"/>
          <a:stretch>
            <a:fillRect/>
          </a:stretch>
        </p:blipFill>
        <p:spPr>
          <a:xfrm>
            <a:off x="6711390" y="1162588"/>
            <a:ext cx="4940300" cy="5076897"/>
          </a:xfrm>
          <a:prstGeom prst="rect">
            <a:avLst/>
          </a:prstGeom>
        </p:spPr>
      </p:pic>
      <p:pic>
        <p:nvPicPr>
          <p:cNvPr id="16" name="Picture 15" descr="image.png"/>
          <p:cNvPicPr>
            <a:picLocks noChangeAspect="1"/>
          </p:cNvPicPr>
          <p:nvPr/>
        </p:nvPicPr>
        <p:blipFill>
          <a:blip r:embed="rId15"/>
          <a:stretch>
            <a:fillRect/>
          </a:stretch>
        </p:blipFill>
        <p:spPr>
          <a:xfrm>
            <a:off x="7028890" y="1486439"/>
            <a:ext cx="781050" cy="781050"/>
          </a:xfrm>
          <a:prstGeom prst="rect">
            <a:avLst/>
          </a:prstGeom>
        </p:spPr>
      </p:pic>
      <p:pic>
        <p:nvPicPr>
          <p:cNvPr id="17" name="Picture 16" descr="image.png"/>
          <p:cNvPicPr>
            <a:picLocks noChangeAspect="1"/>
          </p:cNvPicPr>
          <p:nvPr/>
        </p:nvPicPr>
        <p:blipFill>
          <a:blip r:embed="rId16"/>
          <a:stretch>
            <a:fillRect/>
          </a:stretch>
        </p:blipFill>
        <p:spPr>
          <a:xfrm>
            <a:off x="7168590" y="1619789"/>
            <a:ext cx="508000" cy="508000"/>
          </a:xfrm>
          <a:prstGeom prst="rect">
            <a:avLst/>
          </a:prstGeom>
        </p:spPr>
      </p:pic>
      <p:pic>
        <p:nvPicPr>
          <p:cNvPr id="18" name="Picture 17" descr="image.png"/>
          <p:cNvPicPr>
            <a:picLocks noChangeAspect="1"/>
          </p:cNvPicPr>
          <p:nvPr/>
        </p:nvPicPr>
        <p:blipFill>
          <a:blip r:embed="rId17"/>
          <a:stretch>
            <a:fillRect/>
          </a:stretch>
        </p:blipFill>
        <p:spPr>
          <a:xfrm>
            <a:off x="7028890" y="3308889"/>
            <a:ext cx="4343400" cy="514350"/>
          </a:xfrm>
          <a:prstGeom prst="rect">
            <a:avLst/>
          </a:prstGeom>
        </p:spPr>
      </p:pic>
      <p:pic>
        <p:nvPicPr>
          <p:cNvPr id="19" name="Picture 18" descr="image.png"/>
          <p:cNvPicPr>
            <a:picLocks noChangeAspect="1"/>
          </p:cNvPicPr>
          <p:nvPr/>
        </p:nvPicPr>
        <p:blipFill>
          <a:blip r:embed="rId18"/>
          <a:stretch>
            <a:fillRect/>
          </a:stretch>
        </p:blipFill>
        <p:spPr>
          <a:xfrm>
            <a:off x="7028890" y="4070889"/>
            <a:ext cx="4343400" cy="508000"/>
          </a:xfrm>
          <a:prstGeom prst="rect">
            <a:avLst/>
          </a:prstGeom>
        </p:spPr>
      </p:pic>
      <p:pic>
        <p:nvPicPr>
          <p:cNvPr id="20" name="Picture 19" descr="image.png"/>
          <p:cNvPicPr>
            <a:picLocks noChangeAspect="1"/>
          </p:cNvPicPr>
          <p:nvPr/>
        </p:nvPicPr>
        <p:blipFill>
          <a:blip r:embed="rId19"/>
          <a:stretch>
            <a:fillRect/>
          </a:stretch>
        </p:blipFill>
        <p:spPr>
          <a:xfrm>
            <a:off x="7028890" y="4826539"/>
            <a:ext cx="4343400" cy="508000"/>
          </a:xfrm>
          <a:prstGeom prst="rect">
            <a:avLst/>
          </a:prstGeom>
        </p:spPr>
      </p:pic>
      <p:pic>
        <p:nvPicPr>
          <p:cNvPr id="21" name="Picture 20" descr="image.png"/>
          <p:cNvPicPr>
            <a:picLocks noChangeAspect="1"/>
          </p:cNvPicPr>
          <p:nvPr/>
        </p:nvPicPr>
        <p:blipFill>
          <a:blip r:embed="rId20"/>
          <a:stretch>
            <a:fillRect/>
          </a:stretch>
        </p:blipFill>
        <p:spPr>
          <a:xfrm>
            <a:off x="7028890" y="5588539"/>
            <a:ext cx="4343400" cy="508000"/>
          </a:xfrm>
          <a:prstGeom prst="rect">
            <a:avLst/>
          </a:prstGeom>
        </p:spPr>
      </p:pic>
      <p:sp>
        <p:nvSpPr>
          <p:cNvPr id="22" name="TextBox 21"/>
          <p:cNvSpPr txBox="1"/>
          <p:nvPr/>
        </p:nvSpPr>
        <p:spPr>
          <a:xfrm>
            <a:off x="645161" y="516077"/>
            <a:ext cx="5621154" cy="430887"/>
          </a:xfrm>
          <a:prstGeom prst="rect">
            <a:avLst/>
          </a:prstGeom>
          <a:noFill/>
        </p:spPr>
        <p:txBody>
          <a:bodyPr wrap="none" lIns="0" tIns="0" rIns="0" bIns="0" anchor="ctr">
            <a:spAutoFit/>
          </a:bodyPr>
          <a:lstStyle/>
          <a:p>
            <a:pPr defTabSz="457200"/>
            <a:r>
              <a:rPr sz="2800" b="1" spc="-100" dirty="0">
                <a:solidFill>
                  <a:srgbClr val="1B1F3B"/>
                </a:solidFill>
                <a:latin typeface="Times New Roman" panose="02020603050405020304" pitchFamily="18" charset="0"/>
                <a:cs typeface="Times New Roman" panose="02020603050405020304" pitchFamily="18" charset="0"/>
              </a:rPr>
              <a:t>Work Items &amp; the Pipelines Connection</a:t>
            </a:r>
          </a:p>
        </p:txBody>
      </p:sp>
      <p:sp>
        <p:nvSpPr>
          <p:cNvPr id="23" name="TextBox 22"/>
          <p:cNvSpPr txBox="1"/>
          <p:nvPr/>
        </p:nvSpPr>
        <p:spPr>
          <a:xfrm>
            <a:off x="645161" y="1052462"/>
            <a:ext cx="4142673" cy="207749"/>
          </a:xfrm>
          <a:prstGeom prst="rect">
            <a:avLst/>
          </a:prstGeom>
          <a:noFill/>
        </p:spPr>
        <p:txBody>
          <a:bodyPr wrap="none" lIns="0" tIns="0" rIns="0" bIns="0" anchor="ctr">
            <a:spAutoFit/>
          </a:bodyPr>
          <a:lstStyle/>
          <a:p>
            <a:pPr defTabSz="457200"/>
            <a:r>
              <a:rPr sz="1350" spc="-100">
                <a:solidFill>
                  <a:srgbClr val="4A5568"/>
                </a:solidFill>
                <a:latin typeface="Quattrocento Sans"/>
              </a:rPr>
              <a:t>How planned work gets tracked, and briefly, how it links to delivery</a:t>
            </a:r>
          </a:p>
        </p:txBody>
      </p:sp>
      <p:sp>
        <p:nvSpPr>
          <p:cNvPr id="24" name="TextBox 23"/>
          <p:cNvSpPr txBox="1"/>
          <p:nvPr/>
        </p:nvSpPr>
        <p:spPr>
          <a:xfrm>
            <a:off x="645160" y="1673791"/>
            <a:ext cx="2034852" cy="276999"/>
          </a:xfrm>
          <a:prstGeom prst="rect">
            <a:avLst/>
          </a:prstGeom>
          <a:noFill/>
        </p:spPr>
        <p:txBody>
          <a:bodyPr wrap="none" lIns="0" tIns="0" rIns="0" bIns="0" anchor="ctr">
            <a:spAutoFit/>
          </a:bodyPr>
          <a:lstStyle/>
          <a:p>
            <a:pPr defTabSz="457200"/>
            <a:r>
              <a:rPr b="1" spc="-100" dirty="0">
                <a:solidFill>
                  <a:srgbClr val="FFC000"/>
                </a:solidFill>
                <a:latin typeface="Times New Roman" panose="02020603050405020304" pitchFamily="18" charset="0"/>
                <a:cs typeface="Times New Roman" panose="02020603050405020304" pitchFamily="18" charset="0"/>
              </a:rPr>
              <a:t>WORK ITEM TYPES</a:t>
            </a:r>
          </a:p>
        </p:txBody>
      </p:sp>
      <p:sp>
        <p:nvSpPr>
          <p:cNvPr id="25" name="TextBox 24"/>
          <p:cNvSpPr txBox="1"/>
          <p:nvPr/>
        </p:nvSpPr>
        <p:spPr>
          <a:xfrm>
            <a:off x="8082990" y="1745487"/>
            <a:ext cx="2032608" cy="269304"/>
          </a:xfrm>
          <a:prstGeom prst="rect">
            <a:avLst/>
          </a:prstGeom>
          <a:noFill/>
        </p:spPr>
        <p:txBody>
          <a:bodyPr wrap="none" lIns="0" tIns="0" rIns="0" bIns="0" anchor="ctr">
            <a:spAutoFit/>
          </a:bodyPr>
          <a:lstStyle/>
          <a:p>
            <a:pPr defTabSz="457200"/>
            <a:r>
              <a:rPr sz="1750" b="1" spc="-100">
                <a:solidFill>
                  <a:srgbClr val="FFFFFF"/>
                </a:solidFill>
                <a:latin typeface=""/>
              </a:rPr>
              <a:t>Pipelines Connection</a:t>
            </a:r>
          </a:p>
        </p:txBody>
      </p:sp>
      <p:sp>
        <p:nvSpPr>
          <p:cNvPr id="26" name="TextBox 25"/>
          <p:cNvSpPr txBox="1"/>
          <p:nvPr/>
        </p:nvSpPr>
        <p:spPr>
          <a:xfrm>
            <a:off x="1091640" y="2420549"/>
            <a:ext cx="442429" cy="276999"/>
          </a:xfrm>
          <a:prstGeom prst="rect">
            <a:avLst/>
          </a:prstGeom>
          <a:noFill/>
        </p:spPr>
        <p:txBody>
          <a:bodyPr wrap="none" lIns="0" tIns="0" rIns="0" bIns="0" anchor="ctr">
            <a:spAutoFit/>
          </a:bodyPr>
          <a:lstStyle/>
          <a:p>
            <a:pPr algn="ctr" defTabSz="457200"/>
            <a:r>
              <a:rPr b="1" spc="-100" dirty="0">
                <a:solidFill>
                  <a:srgbClr val="FFFFFF"/>
                </a:solidFill>
                <a:latin typeface="Times New Roman" panose="02020603050405020304" pitchFamily="18" charset="0"/>
                <a:cs typeface="Times New Roman" panose="02020603050405020304" pitchFamily="18" charset="0"/>
              </a:rPr>
              <a:t>Epic </a:t>
            </a:r>
          </a:p>
        </p:txBody>
      </p:sp>
      <p:sp>
        <p:nvSpPr>
          <p:cNvPr id="27" name="TextBox 26"/>
          <p:cNvSpPr txBox="1"/>
          <p:nvPr/>
        </p:nvSpPr>
        <p:spPr>
          <a:xfrm>
            <a:off x="2244090" y="2474972"/>
            <a:ext cx="2566408" cy="184666"/>
          </a:xfrm>
          <a:prstGeom prst="rect">
            <a:avLst/>
          </a:prstGeom>
          <a:noFill/>
        </p:spPr>
        <p:txBody>
          <a:bodyPr wrap="none" lIns="0" tIns="0" rIns="0" bIns="0" anchor="ctr">
            <a:spAutoFit/>
          </a:bodyPr>
          <a:lstStyle/>
          <a:p>
            <a:pPr defTabSz="457200"/>
            <a:r>
              <a:rPr sz="1200" spc="-100">
                <a:solidFill>
                  <a:srgbClr val="1B1F3B"/>
                </a:solidFill>
                <a:latin typeface="Quattrocento Sans"/>
              </a:rPr>
              <a:t>A large body of work spanning multiple features</a:t>
            </a:r>
          </a:p>
        </p:txBody>
      </p:sp>
      <p:sp>
        <p:nvSpPr>
          <p:cNvPr id="28" name="TextBox 27"/>
          <p:cNvSpPr txBox="1"/>
          <p:nvPr/>
        </p:nvSpPr>
        <p:spPr>
          <a:xfrm>
            <a:off x="7124140" y="2577709"/>
            <a:ext cx="3015890" cy="192360"/>
          </a:xfrm>
          <a:prstGeom prst="rect">
            <a:avLst/>
          </a:prstGeom>
          <a:noFill/>
        </p:spPr>
        <p:txBody>
          <a:bodyPr wrap="none" lIns="0" tIns="0" rIns="0" bIns="0" anchor="ctr">
            <a:spAutoFit/>
          </a:bodyPr>
          <a:lstStyle/>
          <a:p>
            <a:pPr defTabSz="457200"/>
            <a:r>
              <a:rPr sz="1250" spc="-100">
                <a:solidFill>
                  <a:srgbClr val="D6E4F0"/>
                </a:solidFill>
                <a:latin typeface="Quattrocento Sans"/>
              </a:rPr>
              <a:t>Azure Boards links directly to Azure Pipelines, so work</a:t>
            </a:r>
          </a:p>
        </p:txBody>
      </p:sp>
      <p:sp>
        <p:nvSpPr>
          <p:cNvPr id="29" name="TextBox 28"/>
          <p:cNvSpPr txBox="1"/>
          <p:nvPr/>
        </p:nvSpPr>
        <p:spPr>
          <a:xfrm>
            <a:off x="7124140" y="2795514"/>
            <a:ext cx="2579168" cy="192360"/>
          </a:xfrm>
          <a:prstGeom prst="rect">
            <a:avLst/>
          </a:prstGeom>
          <a:noFill/>
        </p:spPr>
        <p:txBody>
          <a:bodyPr wrap="none" lIns="0" tIns="0" rIns="0" bIns="0" anchor="ctr">
            <a:spAutoFit/>
          </a:bodyPr>
          <a:lstStyle/>
          <a:p>
            <a:pPr defTabSz="457200"/>
            <a:r>
              <a:rPr sz="1250" spc="-100">
                <a:solidFill>
                  <a:srgbClr val="D6E4F0"/>
                </a:solidFill>
                <a:latin typeface="Quattrocento Sans"/>
              </a:rPr>
              <a:t>items connect to the code that resolves them.</a:t>
            </a:r>
          </a:p>
        </p:txBody>
      </p:sp>
      <p:sp>
        <p:nvSpPr>
          <p:cNvPr id="30" name="TextBox 29"/>
          <p:cNvSpPr txBox="1"/>
          <p:nvPr/>
        </p:nvSpPr>
        <p:spPr>
          <a:xfrm>
            <a:off x="986230" y="3444803"/>
            <a:ext cx="720390" cy="276999"/>
          </a:xfrm>
          <a:prstGeom prst="rect">
            <a:avLst/>
          </a:prstGeom>
          <a:noFill/>
        </p:spPr>
        <p:txBody>
          <a:bodyPr wrap="none" lIns="0" tIns="0" rIns="0" bIns="0" anchor="ctr">
            <a:spAutoFit/>
          </a:bodyPr>
          <a:lstStyle/>
          <a:p>
            <a:pPr algn="ctr" defTabSz="457200"/>
            <a:r>
              <a:rPr b="1" spc="-100">
                <a:solidFill>
                  <a:srgbClr val="FFFFFF"/>
                </a:solidFill>
                <a:latin typeface="Times New Roman" panose="02020603050405020304" pitchFamily="18" charset="0"/>
                <a:cs typeface="Times New Roman" panose="02020603050405020304" pitchFamily="18" charset="0"/>
              </a:rPr>
              <a:t>Feature </a:t>
            </a:r>
          </a:p>
        </p:txBody>
      </p:sp>
      <p:sp>
        <p:nvSpPr>
          <p:cNvPr id="31" name="TextBox 30"/>
          <p:cNvSpPr txBox="1"/>
          <p:nvPr/>
        </p:nvSpPr>
        <p:spPr>
          <a:xfrm>
            <a:off x="2244090" y="3516371"/>
            <a:ext cx="2103140" cy="184666"/>
          </a:xfrm>
          <a:prstGeom prst="rect">
            <a:avLst/>
          </a:prstGeom>
          <a:noFill/>
        </p:spPr>
        <p:txBody>
          <a:bodyPr wrap="none" lIns="0" tIns="0" rIns="0" bIns="0" anchor="ctr">
            <a:spAutoFit/>
          </a:bodyPr>
          <a:lstStyle/>
          <a:p>
            <a:pPr defTabSz="457200"/>
            <a:r>
              <a:rPr sz="1200" spc="-100">
                <a:solidFill>
                  <a:srgbClr val="1B1F3B"/>
                </a:solidFill>
                <a:latin typeface="Quattrocento Sans"/>
              </a:rPr>
              <a:t>A deliverable capability, e.g. "Checkout"</a:t>
            </a:r>
          </a:p>
        </p:txBody>
      </p:sp>
      <p:sp>
        <p:nvSpPr>
          <p:cNvPr id="32" name="TextBox 31"/>
          <p:cNvSpPr txBox="1"/>
          <p:nvPr/>
        </p:nvSpPr>
        <p:spPr>
          <a:xfrm>
            <a:off x="8827210" y="3471789"/>
            <a:ext cx="657552" cy="192360"/>
          </a:xfrm>
          <a:prstGeom prst="rect">
            <a:avLst/>
          </a:prstGeom>
          <a:noFill/>
        </p:spPr>
        <p:txBody>
          <a:bodyPr wrap="none" lIns="0" tIns="0" rIns="0" bIns="0" anchor="ctr">
            <a:spAutoFit/>
          </a:bodyPr>
          <a:lstStyle/>
          <a:p>
            <a:pPr defTabSz="457200"/>
            <a:r>
              <a:rPr sz="1250" b="1" spc="-100">
                <a:solidFill>
                  <a:srgbClr val="FFFFFF"/>
                </a:solidFill>
                <a:latin typeface=""/>
              </a:rPr>
              <a:t>Work Item</a:t>
            </a:r>
          </a:p>
        </p:txBody>
      </p:sp>
      <p:sp>
        <p:nvSpPr>
          <p:cNvPr id="33" name="TextBox 32"/>
          <p:cNvSpPr txBox="1"/>
          <p:nvPr/>
        </p:nvSpPr>
        <p:spPr>
          <a:xfrm>
            <a:off x="9148520" y="3852863"/>
            <a:ext cx="133050" cy="176972"/>
          </a:xfrm>
          <a:prstGeom prst="rect">
            <a:avLst/>
          </a:prstGeom>
          <a:noFill/>
        </p:spPr>
        <p:txBody>
          <a:bodyPr wrap="none" lIns="0" tIns="0" rIns="0" bIns="0" anchor="ctr">
            <a:spAutoFit/>
          </a:bodyPr>
          <a:lstStyle/>
          <a:p>
            <a:pPr defTabSz="457200"/>
            <a:r>
              <a:rPr sz="1150" spc="-100">
                <a:solidFill>
                  <a:srgbClr val="00B7C3"/>
                </a:solidFill>
                <a:latin typeface=""/>
              </a:rPr>
              <a:t>▼</a:t>
            </a:r>
          </a:p>
        </p:txBody>
      </p:sp>
      <p:sp>
        <p:nvSpPr>
          <p:cNvPr id="34" name="TextBox 33"/>
          <p:cNvSpPr txBox="1"/>
          <p:nvPr/>
        </p:nvSpPr>
        <p:spPr>
          <a:xfrm>
            <a:off x="890980" y="4503984"/>
            <a:ext cx="970458" cy="276999"/>
          </a:xfrm>
          <a:prstGeom prst="rect">
            <a:avLst/>
          </a:prstGeom>
          <a:noFill/>
        </p:spPr>
        <p:txBody>
          <a:bodyPr wrap="none" lIns="0" tIns="0" rIns="0" bIns="0" anchor="ctr">
            <a:spAutoFit/>
          </a:bodyPr>
          <a:lstStyle/>
          <a:p>
            <a:pPr algn="ctr" defTabSz="457200"/>
            <a:r>
              <a:rPr b="1" spc="-100">
                <a:solidFill>
                  <a:srgbClr val="FFFFFF"/>
                </a:solidFill>
                <a:latin typeface="Times New Roman" panose="02020603050405020304" pitchFamily="18" charset="0"/>
                <a:cs typeface="Times New Roman" panose="02020603050405020304" pitchFamily="18" charset="0"/>
              </a:rPr>
              <a:t>User Story </a:t>
            </a:r>
          </a:p>
        </p:txBody>
      </p:sp>
      <p:sp>
        <p:nvSpPr>
          <p:cNvPr id="35" name="TextBox 34"/>
          <p:cNvSpPr txBox="1"/>
          <p:nvPr/>
        </p:nvSpPr>
        <p:spPr>
          <a:xfrm>
            <a:off x="2244091" y="4549517"/>
            <a:ext cx="2157707" cy="184666"/>
          </a:xfrm>
          <a:prstGeom prst="rect">
            <a:avLst/>
          </a:prstGeom>
          <a:noFill/>
        </p:spPr>
        <p:txBody>
          <a:bodyPr wrap="none" lIns="0" tIns="0" rIns="0" bIns="0" anchor="ctr">
            <a:spAutoFit/>
          </a:bodyPr>
          <a:lstStyle/>
          <a:p>
            <a:pPr defTabSz="457200"/>
            <a:r>
              <a:rPr sz="1200" spc="-100">
                <a:solidFill>
                  <a:srgbClr val="1B1F3B"/>
                </a:solidFill>
                <a:latin typeface="Quattrocento Sans"/>
              </a:rPr>
              <a:t>A specific piece of functionality for a user</a:t>
            </a:r>
          </a:p>
        </p:txBody>
      </p:sp>
      <p:sp>
        <p:nvSpPr>
          <p:cNvPr id="36" name="TextBox 35"/>
          <p:cNvSpPr txBox="1"/>
          <p:nvPr/>
        </p:nvSpPr>
        <p:spPr>
          <a:xfrm>
            <a:off x="8751011" y="4236964"/>
            <a:ext cx="812723" cy="192360"/>
          </a:xfrm>
          <a:prstGeom prst="rect">
            <a:avLst/>
          </a:prstGeom>
          <a:noFill/>
        </p:spPr>
        <p:txBody>
          <a:bodyPr wrap="none" lIns="0" tIns="0" rIns="0" bIns="0" anchor="ctr">
            <a:spAutoFit/>
          </a:bodyPr>
          <a:lstStyle/>
          <a:p>
            <a:pPr defTabSz="457200"/>
            <a:r>
              <a:rPr sz="1250" b="1" spc="-100">
                <a:solidFill>
                  <a:srgbClr val="FFFFFF"/>
                </a:solidFill>
                <a:latin typeface=""/>
              </a:rPr>
              <a:t>Commit / PR</a:t>
            </a:r>
          </a:p>
        </p:txBody>
      </p:sp>
      <p:sp>
        <p:nvSpPr>
          <p:cNvPr id="37" name="TextBox 36"/>
          <p:cNvSpPr txBox="1"/>
          <p:nvPr/>
        </p:nvSpPr>
        <p:spPr>
          <a:xfrm>
            <a:off x="9148520" y="4611053"/>
            <a:ext cx="133050" cy="176972"/>
          </a:xfrm>
          <a:prstGeom prst="rect">
            <a:avLst/>
          </a:prstGeom>
          <a:noFill/>
        </p:spPr>
        <p:txBody>
          <a:bodyPr wrap="none" lIns="0" tIns="0" rIns="0" bIns="0" anchor="ctr">
            <a:spAutoFit/>
          </a:bodyPr>
          <a:lstStyle/>
          <a:p>
            <a:pPr defTabSz="457200"/>
            <a:r>
              <a:rPr sz="1150" spc="-100">
                <a:solidFill>
                  <a:srgbClr val="00B7C3"/>
                </a:solidFill>
                <a:latin typeface=""/>
              </a:rPr>
              <a:t>▼</a:t>
            </a:r>
          </a:p>
        </p:txBody>
      </p:sp>
      <p:sp>
        <p:nvSpPr>
          <p:cNvPr id="38" name="TextBox 37"/>
          <p:cNvSpPr txBox="1"/>
          <p:nvPr/>
        </p:nvSpPr>
        <p:spPr>
          <a:xfrm>
            <a:off x="8712911" y="5008489"/>
            <a:ext cx="883255" cy="192360"/>
          </a:xfrm>
          <a:prstGeom prst="rect">
            <a:avLst/>
          </a:prstGeom>
          <a:noFill/>
        </p:spPr>
        <p:txBody>
          <a:bodyPr wrap="none" lIns="0" tIns="0" rIns="0" bIns="0" anchor="ctr">
            <a:spAutoFit/>
          </a:bodyPr>
          <a:lstStyle/>
          <a:p>
            <a:pPr defTabSz="457200"/>
            <a:r>
              <a:rPr sz="1250" b="1" spc="-100">
                <a:solidFill>
                  <a:srgbClr val="FFFFFF"/>
                </a:solidFill>
                <a:latin typeface=""/>
              </a:rPr>
              <a:t>Build Pipeline</a:t>
            </a:r>
          </a:p>
        </p:txBody>
      </p:sp>
      <p:sp>
        <p:nvSpPr>
          <p:cNvPr id="39" name="TextBox 38"/>
          <p:cNvSpPr txBox="1"/>
          <p:nvPr/>
        </p:nvSpPr>
        <p:spPr>
          <a:xfrm>
            <a:off x="1110690" y="5544749"/>
            <a:ext cx="403957" cy="276999"/>
          </a:xfrm>
          <a:prstGeom prst="rect">
            <a:avLst/>
          </a:prstGeom>
          <a:noFill/>
        </p:spPr>
        <p:txBody>
          <a:bodyPr wrap="none" lIns="0" tIns="0" rIns="0" bIns="0" anchor="ctr">
            <a:spAutoFit/>
          </a:bodyPr>
          <a:lstStyle/>
          <a:p>
            <a:pPr algn="ctr" defTabSz="457200"/>
            <a:r>
              <a:rPr b="1" spc="-100">
                <a:solidFill>
                  <a:srgbClr val="FFFFFF"/>
                </a:solidFill>
                <a:latin typeface="Times New Roman" panose="02020603050405020304" pitchFamily="18" charset="0"/>
                <a:cs typeface="Times New Roman" panose="02020603050405020304" pitchFamily="18" charset="0"/>
              </a:rPr>
              <a:t>Bug </a:t>
            </a:r>
          </a:p>
        </p:txBody>
      </p:sp>
      <p:sp>
        <p:nvSpPr>
          <p:cNvPr id="40" name="TextBox 39"/>
          <p:cNvSpPr txBox="1"/>
          <p:nvPr/>
        </p:nvSpPr>
        <p:spPr>
          <a:xfrm>
            <a:off x="2244090" y="5598537"/>
            <a:ext cx="2450030" cy="184666"/>
          </a:xfrm>
          <a:prstGeom prst="rect">
            <a:avLst/>
          </a:prstGeom>
          <a:noFill/>
        </p:spPr>
        <p:txBody>
          <a:bodyPr wrap="none" lIns="0" tIns="0" rIns="0" bIns="0" anchor="ctr">
            <a:spAutoFit/>
          </a:bodyPr>
          <a:lstStyle/>
          <a:p>
            <a:pPr defTabSz="457200"/>
            <a:r>
              <a:rPr sz="1200" spc="-100">
                <a:solidFill>
                  <a:srgbClr val="1B1F3B"/>
                </a:solidFill>
                <a:latin typeface="Quattrocento Sans"/>
              </a:rPr>
              <a:t>A defect found during development or testing</a:t>
            </a:r>
          </a:p>
        </p:txBody>
      </p:sp>
      <p:sp>
        <p:nvSpPr>
          <p:cNvPr id="41" name="TextBox 40"/>
          <p:cNvSpPr txBox="1"/>
          <p:nvPr/>
        </p:nvSpPr>
        <p:spPr>
          <a:xfrm>
            <a:off x="9148520" y="5369243"/>
            <a:ext cx="133050" cy="176972"/>
          </a:xfrm>
          <a:prstGeom prst="rect">
            <a:avLst/>
          </a:prstGeom>
          <a:noFill/>
        </p:spPr>
        <p:txBody>
          <a:bodyPr wrap="none" lIns="0" tIns="0" rIns="0" bIns="0" anchor="ctr">
            <a:spAutoFit/>
          </a:bodyPr>
          <a:lstStyle/>
          <a:p>
            <a:pPr defTabSz="457200"/>
            <a:r>
              <a:rPr sz="1150" spc="-100">
                <a:solidFill>
                  <a:srgbClr val="00B7C3"/>
                </a:solidFill>
                <a:latin typeface=""/>
              </a:rPr>
              <a:t>▼</a:t>
            </a:r>
          </a:p>
        </p:txBody>
      </p:sp>
      <p:sp>
        <p:nvSpPr>
          <p:cNvPr id="42" name="TextBox 41"/>
          <p:cNvSpPr txBox="1"/>
          <p:nvPr/>
        </p:nvSpPr>
        <p:spPr>
          <a:xfrm>
            <a:off x="8932621" y="5746359"/>
            <a:ext cx="519373" cy="192360"/>
          </a:xfrm>
          <a:prstGeom prst="rect">
            <a:avLst/>
          </a:prstGeom>
          <a:noFill/>
        </p:spPr>
        <p:txBody>
          <a:bodyPr wrap="none" lIns="0" tIns="0" rIns="0" bIns="0" anchor="ctr">
            <a:spAutoFit/>
          </a:bodyPr>
          <a:lstStyle/>
          <a:p>
            <a:pPr defTabSz="457200"/>
            <a:r>
              <a:rPr sz="1250" b="1" spc="-100">
                <a:solidFill>
                  <a:srgbClr val="FFFFFF"/>
                </a:solidFill>
                <a:latin typeface=""/>
              </a:rPr>
              <a:t>Release</a:t>
            </a:r>
          </a:p>
        </p:txBody>
      </p:sp>
      <p:sp>
        <p:nvSpPr>
          <p:cNvPr id="43" name="TextBox 42"/>
          <p:cNvSpPr txBox="1"/>
          <p:nvPr/>
        </p:nvSpPr>
        <p:spPr>
          <a:xfrm>
            <a:off x="554990" y="6569003"/>
            <a:ext cx="1306448" cy="146194"/>
          </a:xfrm>
          <a:prstGeom prst="rect">
            <a:avLst/>
          </a:prstGeom>
          <a:noFill/>
        </p:spPr>
        <p:txBody>
          <a:bodyPr wrap="none" lIns="0" tIns="0" rIns="0" bIns="0" anchor="ctr">
            <a:spAutoFit/>
          </a:bodyPr>
          <a:lstStyle/>
          <a:p>
            <a:pPr defTabSz="457200"/>
            <a:r>
              <a:rPr sz="950" spc="-100">
                <a:solidFill>
                  <a:srgbClr val="9AA5B1"/>
                </a:solidFill>
                <a:latin typeface="Quattrocento Sans"/>
              </a:rPr>
              <a:t>Azure Boards Interface &amp; Demo </a:t>
            </a:r>
          </a:p>
        </p:txBody>
      </p:sp>
      <p:sp>
        <p:nvSpPr>
          <p:cNvPr id="44" name="TextBox 43"/>
          <p:cNvSpPr txBox="1"/>
          <p:nvPr/>
        </p:nvSpPr>
        <p:spPr>
          <a:xfrm>
            <a:off x="11713920" y="6098372"/>
            <a:ext cx="52900" cy="146194"/>
          </a:xfrm>
          <a:prstGeom prst="rect">
            <a:avLst/>
          </a:prstGeom>
          <a:noFill/>
        </p:spPr>
        <p:txBody>
          <a:bodyPr wrap="none" lIns="0" tIns="0" rIns="0" bIns="0" anchor="ctr">
            <a:spAutoFit/>
          </a:bodyPr>
          <a:lstStyle/>
          <a:p>
            <a:pPr defTabSz="457200"/>
            <a:r>
              <a:rPr sz="950" spc="-100">
                <a:solidFill>
                  <a:srgbClr val="9AA5B1"/>
                </a:solidFill>
                <a:latin typeface="Quattrocento Sans"/>
              </a:rPr>
              <a:t>3</a:t>
            </a:r>
          </a:p>
        </p:txBody>
      </p:sp>
      <p:sp>
        <p:nvSpPr>
          <p:cNvPr id="47" name="Shape 4">
            <a:extLst>
              <a:ext uri="{FF2B5EF4-FFF2-40B4-BE49-F238E27FC236}">
                <a16:creationId xmlns:a16="http://schemas.microsoft.com/office/drawing/2014/main" id="{2E93F365-5F75-3484-FE44-A7E1C0C23327}"/>
              </a:ext>
            </a:extLst>
          </p:cNvPr>
          <p:cNvSpPr/>
          <p:nvPr/>
        </p:nvSpPr>
        <p:spPr>
          <a:xfrm>
            <a:off x="645160" y="1421154"/>
            <a:ext cx="1005840" cy="0"/>
          </a:xfrm>
          <a:prstGeom prst="line">
            <a:avLst/>
          </a:prstGeom>
          <a:noFill/>
          <a:ln w="57150">
            <a:solidFill>
              <a:srgbClr val="E8A33D"/>
            </a:solidFill>
            <a:prstDash val="solid"/>
          </a:ln>
        </p:spPr>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image.png"/>
          <p:cNvPicPr>
            <a:picLocks noChangeAspect="1"/>
          </p:cNvPicPr>
          <p:nvPr/>
        </p:nvPicPr>
        <p:blipFill>
          <a:blip r:embed="rId2"/>
          <a:stretch>
            <a:fillRect/>
          </a:stretch>
        </p:blipFill>
        <p:spPr>
          <a:xfrm>
            <a:off x="3352800" y="1689100"/>
            <a:ext cx="5486400" cy="736600"/>
          </a:xfrm>
          <a:prstGeom prst="rect">
            <a:avLst/>
          </a:prstGeom>
        </p:spPr>
      </p:pic>
      <p:pic>
        <p:nvPicPr>
          <p:cNvPr id="4" name="Picture 3" descr="image.png"/>
          <p:cNvPicPr>
            <a:picLocks noChangeAspect="1"/>
          </p:cNvPicPr>
          <p:nvPr/>
        </p:nvPicPr>
        <p:blipFill>
          <a:blip r:embed="rId3"/>
          <a:stretch>
            <a:fillRect/>
          </a:stretch>
        </p:blipFill>
        <p:spPr>
          <a:xfrm>
            <a:off x="6069330" y="2420621"/>
            <a:ext cx="50800" cy="274319"/>
          </a:xfrm>
          <a:prstGeom prst="rect">
            <a:avLst/>
          </a:prstGeom>
        </p:spPr>
      </p:pic>
      <p:pic>
        <p:nvPicPr>
          <p:cNvPr id="5" name="Picture 4" descr="image.png"/>
          <p:cNvPicPr>
            <a:picLocks noChangeAspect="1"/>
          </p:cNvPicPr>
          <p:nvPr/>
        </p:nvPicPr>
        <p:blipFill>
          <a:blip r:embed="rId4"/>
          <a:stretch>
            <a:fillRect/>
          </a:stretch>
        </p:blipFill>
        <p:spPr>
          <a:xfrm>
            <a:off x="4038600" y="2692400"/>
            <a:ext cx="4114800" cy="596900"/>
          </a:xfrm>
          <a:prstGeom prst="rect">
            <a:avLst/>
          </a:prstGeom>
        </p:spPr>
      </p:pic>
      <p:pic>
        <p:nvPicPr>
          <p:cNvPr id="6" name="Picture 5" descr="image.png"/>
          <p:cNvPicPr>
            <a:picLocks noChangeAspect="1"/>
          </p:cNvPicPr>
          <p:nvPr/>
        </p:nvPicPr>
        <p:blipFill>
          <a:blip r:embed="rId5"/>
          <a:stretch>
            <a:fillRect/>
          </a:stretch>
        </p:blipFill>
        <p:spPr>
          <a:xfrm>
            <a:off x="3145790" y="3562350"/>
            <a:ext cx="50800" cy="228600"/>
          </a:xfrm>
          <a:prstGeom prst="rect">
            <a:avLst/>
          </a:prstGeom>
        </p:spPr>
      </p:pic>
      <p:pic>
        <p:nvPicPr>
          <p:cNvPr id="7" name="Picture 6" descr="image.png"/>
          <p:cNvPicPr>
            <a:picLocks noChangeAspect="1"/>
          </p:cNvPicPr>
          <p:nvPr/>
        </p:nvPicPr>
        <p:blipFill>
          <a:blip r:embed="rId5"/>
          <a:stretch>
            <a:fillRect/>
          </a:stretch>
        </p:blipFill>
        <p:spPr>
          <a:xfrm>
            <a:off x="6069330" y="3562350"/>
            <a:ext cx="50800" cy="228600"/>
          </a:xfrm>
          <a:prstGeom prst="rect">
            <a:avLst/>
          </a:prstGeom>
        </p:spPr>
      </p:pic>
      <p:pic>
        <p:nvPicPr>
          <p:cNvPr id="8" name="Picture 7" descr="image.png"/>
          <p:cNvPicPr>
            <a:picLocks noChangeAspect="1"/>
          </p:cNvPicPr>
          <p:nvPr/>
        </p:nvPicPr>
        <p:blipFill>
          <a:blip r:embed="rId5"/>
          <a:stretch>
            <a:fillRect/>
          </a:stretch>
        </p:blipFill>
        <p:spPr>
          <a:xfrm>
            <a:off x="8991600" y="3562350"/>
            <a:ext cx="50800" cy="228600"/>
          </a:xfrm>
          <a:prstGeom prst="rect">
            <a:avLst/>
          </a:prstGeom>
        </p:spPr>
      </p:pic>
      <p:pic>
        <p:nvPicPr>
          <p:cNvPr id="9" name="Picture 8" descr="image.png"/>
          <p:cNvPicPr>
            <a:picLocks noChangeAspect="1"/>
          </p:cNvPicPr>
          <p:nvPr/>
        </p:nvPicPr>
        <p:blipFill>
          <a:blip r:embed="rId6"/>
          <a:stretch>
            <a:fillRect/>
          </a:stretch>
        </p:blipFill>
        <p:spPr>
          <a:xfrm>
            <a:off x="1981200" y="3784600"/>
            <a:ext cx="2381250" cy="920750"/>
          </a:xfrm>
          <a:prstGeom prst="rect">
            <a:avLst/>
          </a:prstGeom>
        </p:spPr>
      </p:pic>
      <p:pic>
        <p:nvPicPr>
          <p:cNvPr id="10" name="Picture 9" descr="image.png"/>
          <p:cNvPicPr>
            <a:picLocks noChangeAspect="1"/>
          </p:cNvPicPr>
          <p:nvPr/>
        </p:nvPicPr>
        <p:blipFill>
          <a:blip r:embed="rId7"/>
          <a:stretch>
            <a:fillRect/>
          </a:stretch>
        </p:blipFill>
        <p:spPr>
          <a:xfrm>
            <a:off x="1974850" y="3778250"/>
            <a:ext cx="2393950" cy="933450"/>
          </a:xfrm>
          <a:prstGeom prst="rect">
            <a:avLst/>
          </a:prstGeom>
        </p:spPr>
      </p:pic>
      <p:pic>
        <p:nvPicPr>
          <p:cNvPr id="11" name="Picture 10" descr="image.png"/>
          <p:cNvPicPr>
            <a:picLocks noChangeAspect="1"/>
          </p:cNvPicPr>
          <p:nvPr/>
        </p:nvPicPr>
        <p:blipFill>
          <a:blip r:embed="rId8"/>
          <a:stretch>
            <a:fillRect/>
          </a:stretch>
        </p:blipFill>
        <p:spPr>
          <a:xfrm>
            <a:off x="2914650" y="3905250"/>
            <a:ext cx="514350" cy="520700"/>
          </a:xfrm>
          <a:prstGeom prst="rect">
            <a:avLst/>
          </a:prstGeom>
        </p:spPr>
      </p:pic>
      <p:pic>
        <p:nvPicPr>
          <p:cNvPr id="12" name="Picture 11" descr="image.png"/>
          <p:cNvPicPr>
            <a:picLocks noChangeAspect="1"/>
          </p:cNvPicPr>
          <p:nvPr/>
        </p:nvPicPr>
        <p:blipFill>
          <a:blip r:embed="rId9"/>
          <a:stretch>
            <a:fillRect/>
          </a:stretch>
        </p:blipFill>
        <p:spPr>
          <a:xfrm>
            <a:off x="4902200" y="3784600"/>
            <a:ext cx="2381250" cy="920750"/>
          </a:xfrm>
          <a:prstGeom prst="rect">
            <a:avLst/>
          </a:prstGeom>
        </p:spPr>
      </p:pic>
      <p:pic>
        <p:nvPicPr>
          <p:cNvPr id="13" name="Picture 12" descr="image.png"/>
          <p:cNvPicPr>
            <a:picLocks noChangeAspect="1"/>
          </p:cNvPicPr>
          <p:nvPr/>
        </p:nvPicPr>
        <p:blipFill>
          <a:blip r:embed="rId10"/>
          <a:stretch>
            <a:fillRect/>
          </a:stretch>
        </p:blipFill>
        <p:spPr>
          <a:xfrm>
            <a:off x="4895850" y="3778250"/>
            <a:ext cx="2393950" cy="933450"/>
          </a:xfrm>
          <a:prstGeom prst="rect">
            <a:avLst/>
          </a:prstGeom>
        </p:spPr>
      </p:pic>
      <p:pic>
        <p:nvPicPr>
          <p:cNvPr id="14" name="Picture 13" descr="image.png"/>
          <p:cNvPicPr>
            <a:picLocks noChangeAspect="1"/>
          </p:cNvPicPr>
          <p:nvPr/>
        </p:nvPicPr>
        <p:blipFill>
          <a:blip r:embed="rId11"/>
          <a:stretch>
            <a:fillRect/>
          </a:stretch>
        </p:blipFill>
        <p:spPr>
          <a:xfrm>
            <a:off x="5835650" y="3905250"/>
            <a:ext cx="520700" cy="520700"/>
          </a:xfrm>
          <a:prstGeom prst="rect">
            <a:avLst/>
          </a:prstGeom>
        </p:spPr>
      </p:pic>
      <p:pic>
        <p:nvPicPr>
          <p:cNvPr id="15" name="Picture 14" descr="image.png"/>
          <p:cNvPicPr>
            <a:picLocks noChangeAspect="1"/>
          </p:cNvPicPr>
          <p:nvPr/>
        </p:nvPicPr>
        <p:blipFill>
          <a:blip r:embed="rId12"/>
          <a:stretch>
            <a:fillRect/>
          </a:stretch>
        </p:blipFill>
        <p:spPr>
          <a:xfrm>
            <a:off x="7829550" y="3784600"/>
            <a:ext cx="2381250" cy="920750"/>
          </a:xfrm>
          <a:prstGeom prst="rect">
            <a:avLst/>
          </a:prstGeom>
        </p:spPr>
      </p:pic>
      <p:pic>
        <p:nvPicPr>
          <p:cNvPr id="16" name="Picture 15" descr="image.png"/>
          <p:cNvPicPr>
            <a:picLocks noChangeAspect="1"/>
          </p:cNvPicPr>
          <p:nvPr/>
        </p:nvPicPr>
        <p:blipFill>
          <a:blip r:embed="rId13"/>
          <a:stretch>
            <a:fillRect/>
          </a:stretch>
        </p:blipFill>
        <p:spPr>
          <a:xfrm>
            <a:off x="7823200" y="3778250"/>
            <a:ext cx="2393950" cy="933450"/>
          </a:xfrm>
          <a:prstGeom prst="rect">
            <a:avLst/>
          </a:prstGeom>
        </p:spPr>
      </p:pic>
      <p:pic>
        <p:nvPicPr>
          <p:cNvPr id="17" name="Picture 16" descr="image.png"/>
          <p:cNvPicPr>
            <a:picLocks noChangeAspect="1"/>
          </p:cNvPicPr>
          <p:nvPr/>
        </p:nvPicPr>
        <p:blipFill>
          <a:blip r:embed="rId14"/>
          <a:stretch>
            <a:fillRect/>
          </a:stretch>
        </p:blipFill>
        <p:spPr>
          <a:xfrm>
            <a:off x="8756650" y="3905250"/>
            <a:ext cx="520700" cy="520700"/>
          </a:xfrm>
          <a:prstGeom prst="rect">
            <a:avLst/>
          </a:prstGeom>
        </p:spPr>
      </p:pic>
      <p:pic>
        <p:nvPicPr>
          <p:cNvPr id="18" name="Picture 17" descr="image.png"/>
          <p:cNvPicPr>
            <a:picLocks noChangeAspect="1"/>
          </p:cNvPicPr>
          <p:nvPr/>
        </p:nvPicPr>
        <p:blipFill>
          <a:blip r:embed="rId5"/>
          <a:stretch>
            <a:fillRect/>
          </a:stretch>
        </p:blipFill>
        <p:spPr>
          <a:xfrm>
            <a:off x="6069330" y="4932680"/>
            <a:ext cx="50800" cy="228600"/>
          </a:xfrm>
          <a:prstGeom prst="rect">
            <a:avLst/>
          </a:prstGeom>
        </p:spPr>
      </p:pic>
      <p:pic>
        <p:nvPicPr>
          <p:cNvPr id="19" name="Picture 18" descr="image.png"/>
          <p:cNvPicPr>
            <a:picLocks noChangeAspect="1"/>
          </p:cNvPicPr>
          <p:nvPr/>
        </p:nvPicPr>
        <p:blipFill>
          <a:blip r:embed="rId15"/>
          <a:stretch>
            <a:fillRect/>
          </a:stretch>
        </p:blipFill>
        <p:spPr>
          <a:xfrm>
            <a:off x="2438400" y="5156200"/>
            <a:ext cx="7315200" cy="787400"/>
          </a:xfrm>
          <a:prstGeom prst="rect">
            <a:avLst/>
          </a:prstGeom>
        </p:spPr>
      </p:pic>
      <p:sp>
        <p:nvSpPr>
          <p:cNvPr id="20" name="TextBox 19"/>
          <p:cNvSpPr txBox="1"/>
          <p:nvPr/>
        </p:nvSpPr>
        <p:spPr>
          <a:xfrm>
            <a:off x="645160" y="442754"/>
            <a:ext cx="3922099" cy="492443"/>
          </a:xfrm>
          <a:prstGeom prst="rect">
            <a:avLst/>
          </a:prstGeom>
          <a:noFill/>
        </p:spPr>
        <p:txBody>
          <a:bodyPr wrap="none" lIns="0" tIns="0" rIns="0" bIns="0" anchor="ctr">
            <a:spAutoFit/>
          </a:bodyPr>
          <a:lstStyle/>
          <a:p>
            <a:pPr defTabSz="457200"/>
            <a:r>
              <a:rPr sz="3200" b="1" spc="-100" dirty="0">
                <a:solidFill>
                  <a:srgbClr val="1B1F3B"/>
                </a:solidFill>
                <a:latin typeface="Times New Roman" panose="02020603050405020304" pitchFamily="18" charset="0"/>
                <a:cs typeface="Times New Roman" panose="02020603050405020304" pitchFamily="18" charset="0"/>
              </a:rPr>
              <a:t>Azure Boards Structure</a:t>
            </a:r>
          </a:p>
        </p:txBody>
      </p:sp>
      <p:sp>
        <p:nvSpPr>
          <p:cNvPr id="21" name="TextBox 20"/>
          <p:cNvSpPr txBox="1"/>
          <p:nvPr/>
        </p:nvSpPr>
        <p:spPr>
          <a:xfrm>
            <a:off x="645160" y="1061987"/>
            <a:ext cx="3018006" cy="207749"/>
          </a:xfrm>
          <a:prstGeom prst="rect">
            <a:avLst/>
          </a:prstGeom>
          <a:noFill/>
        </p:spPr>
        <p:txBody>
          <a:bodyPr wrap="none" lIns="0" tIns="0" rIns="0" bIns="0" anchor="ctr">
            <a:spAutoFit/>
          </a:bodyPr>
          <a:lstStyle/>
          <a:p>
            <a:pPr defTabSz="457200"/>
            <a:r>
              <a:rPr sz="1350" spc="-100">
                <a:solidFill>
                  <a:srgbClr val="4A5568"/>
                </a:solidFill>
                <a:latin typeface="Quattrocento Sans"/>
              </a:rPr>
              <a:t>How a project's work is organized, top to bottom</a:t>
            </a:r>
          </a:p>
        </p:txBody>
      </p:sp>
      <p:sp>
        <p:nvSpPr>
          <p:cNvPr id="22" name="TextBox 21"/>
          <p:cNvSpPr txBox="1"/>
          <p:nvPr/>
        </p:nvSpPr>
        <p:spPr>
          <a:xfrm>
            <a:off x="4121150" y="1964881"/>
            <a:ext cx="3632276" cy="223138"/>
          </a:xfrm>
          <a:prstGeom prst="rect">
            <a:avLst/>
          </a:prstGeom>
          <a:noFill/>
        </p:spPr>
        <p:txBody>
          <a:bodyPr wrap="none" lIns="0" tIns="0" rIns="0" bIns="0" anchor="ctr">
            <a:spAutoFit/>
          </a:bodyPr>
          <a:lstStyle/>
          <a:p>
            <a:pPr defTabSz="457200"/>
            <a:r>
              <a:rPr sz="1450" b="1" spc="-100">
                <a:solidFill>
                  <a:srgbClr val="FFFFFF"/>
                </a:solidFill>
                <a:latin typeface=""/>
              </a:rPr>
              <a:t>Azure DevOps Project — E-Commerce Website</a:t>
            </a:r>
          </a:p>
        </p:txBody>
      </p:sp>
      <p:sp>
        <p:nvSpPr>
          <p:cNvPr id="23" name="TextBox 22"/>
          <p:cNvSpPr txBox="1"/>
          <p:nvPr/>
        </p:nvSpPr>
        <p:spPr>
          <a:xfrm>
            <a:off x="5529581" y="2899601"/>
            <a:ext cx="1097095" cy="223138"/>
          </a:xfrm>
          <a:prstGeom prst="rect">
            <a:avLst/>
          </a:prstGeom>
          <a:noFill/>
        </p:spPr>
        <p:txBody>
          <a:bodyPr wrap="none" lIns="0" tIns="0" rIns="0" bIns="0" anchor="ctr">
            <a:spAutoFit/>
          </a:bodyPr>
          <a:lstStyle/>
          <a:p>
            <a:pPr defTabSz="457200"/>
            <a:r>
              <a:rPr sz="1450" b="1" spc="-100">
                <a:solidFill>
                  <a:srgbClr val="FFFFFF"/>
                </a:solidFill>
                <a:latin typeface=""/>
              </a:rPr>
              <a:t>Team Backlog</a:t>
            </a:r>
          </a:p>
        </p:txBody>
      </p:sp>
      <p:graphicFrame>
        <p:nvGraphicFramePr>
          <p:cNvPr id="24" name="Table 23"/>
          <p:cNvGraphicFramePr>
            <a:graphicFrameLocks noGrp="1"/>
          </p:cNvGraphicFramePr>
          <p:nvPr/>
        </p:nvGraphicFramePr>
        <p:xfrm>
          <a:off x="3171190" y="3288029"/>
          <a:ext cx="5845810" cy="502920"/>
        </p:xfrm>
        <a:graphic>
          <a:graphicData uri="http://schemas.openxmlformats.org/drawingml/2006/table">
            <a:tbl>
              <a:tblPr>
                <a:tableStyleId>{5C22544A-7EE6-4342-B048-85BDC9FD1C3A}</a:tableStyleId>
              </a:tblPr>
              <a:tblGrid>
                <a:gridCol w="2923540">
                  <a:extLst>
                    <a:ext uri="{9D8B030D-6E8A-4147-A177-3AD203B41FA5}">
                      <a16:colId xmlns:a16="http://schemas.microsoft.com/office/drawing/2014/main" val="20000"/>
                    </a:ext>
                  </a:extLst>
                </a:gridCol>
                <a:gridCol w="2922270">
                  <a:extLst>
                    <a:ext uri="{9D8B030D-6E8A-4147-A177-3AD203B41FA5}">
                      <a16:colId xmlns:a16="http://schemas.microsoft.com/office/drawing/2014/main" val="20001"/>
                    </a:ext>
                  </a:extLst>
                </a:gridCol>
              </a:tblGrid>
              <a:tr h="274320">
                <a:tc>
                  <a:txBody>
                    <a:bodyPr/>
                    <a:lstStyle/>
                    <a:p>
                      <a:pPr>
                        <a:lnSpc>
                          <a:spcPts val="2060"/>
                        </a:lnSpc>
                      </a:pPr>
                      <a:endParaRPr/>
                    </a:p>
                  </a:txBody>
                  <a:tcPr marL="0" marR="0" marT="0" marB="0">
                    <a:lnL w="12700" cap="flat" cmpd="sng" algn="ctr">
                      <a:solidFill>
                        <a:srgbClr val="000000">
                          <a:alpha val="0"/>
                        </a:srgbClr>
                      </a:solidFill>
                    </a:lnL>
                    <a:lnR w="12700" cap="flat" cmpd="sng" algn="ctr">
                      <a:solidFill>
                        <a:srgbClr val="B9C2CC">
                          <a:alpha val="100000"/>
                        </a:srgbClr>
                      </a:solidFill>
                    </a:lnR>
                    <a:lnT w="12700" cap="flat" cmpd="sng" algn="ctr">
                      <a:solidFill>
                        <a:srgbClr val="000000">
                          <a:alpha val="0"/>
                        </a:srgbClr>
                      </a:solidFill>
                    </a:lnT>
                    <a:lnB w="12700" cap="flat" cmpd="sng" algn="ctr">
                      <a:solidFill>
                        <a:srgbClr val="B9C2CC">
                          <a:alpha val="100000"/>
                        </a:srgbClr>
                      </a:solidFill>
                    </a:lnB>
                    <a:noFill/>
                  </a:tcPr>
                </a:tc>
                <a:tc>
                  <a:txBody>
                    <a:bodyPr/>
                    <a:lstStyle/>
                    <a:p>
                      <a:pPr>
                        <a:lnSpc>
                          <a:spcPts val="2060"/>
                        </a:lnSpc>
                      </a:pPr>
                      <a:endParaRPr/>
                    </a:p>
                  </a:txBody>
                  <a:tcPr marL="0" marR="0" marT="0" marB="0">
                    <a:lnL w="12700" cap="flat" cmpd="sng" algn="ctr">
                      <a:solidFill>
                        <a:srgbClr val="B9C2CC">
                          <a:alpha val="100000"/>
                        </a:srgbClr>
                      </a:solidFill>
                    </a:lnL>
                    <a:lnR w="12700" cap="flat" cmpd="sng" algn="ctr">
                      <a:solidFill>
                        <a:srgbClr val="000000">
                          <a:alpha val="0"/>
                        </a:srgbClr>
                      </a:solidFill>
                    </a:lnR>
                    <a:lnT w="12700" cap="flat" cmpd="sng" algn="ctr">
                      <a:solidFill>
                        <a:srgbClr val="000000">
                          <a:alpha val="0"/>
                        </a:srgbClr>
                      </a:solidFill>
                    </a:lnT>
                    <a:lnB w="12700" cap="flat" cmpd="sng" algn="ctr">
                      <a:solidFill>
                        <a:srgbClr val="B9C2CC">
                          <a:alpha val="100000"/>
                        </a:srgbClr>
                      </a:solidFill>
                    </a:lnB>
                    <a:noFill/>
                  </a:tcPr>
                </a:tc>
                <a:extLst>
                  <a:ext uri="{0D108BD9-81ED-4DB2-BD59-A6C34878D82A}">
                    <a16:rowId xmlns:a16="http://schemas.microsoft.com/office/drawing/2014/main" val="10000"/>
                  </a:ext>
                </a:extLst>
              </a:tr>
              <a:tr h="228600">
                <a:tc>
                  <a:txBody>
                    <a:bodyPr/>
                    <a:lstStyle/>
                    <a:p>
                      <a:pPr>
                        <a:lnSpc>
                          <a:spcPts val="1700"/>
                        </a:lnSpc>
                      </a:pPr>
                      <a:endParaRPr/>
                    </a:p>
                  </a:txBody>
                  <a:tcPr marL="0" marR="0" marT="0" marB="0">
                    <a:lnL w="12700" cap="flat" cmpd="sng" algn="ctr">
                      <a:solidFill>
                        <a:srgbClr val="000000">
                          <a:alpha val="0"/>
                        </a:srgbClr>
                      </a:solidFill>
                    </a:lnL>
                    <a:lnR w="12700" cap="flat" cmpd="sng" algn="ctr">
                      <a:solidFill>
                        <a:srgbClr val="000000">
                          <a:alpha val="0"/>
                        </a:srgbClr>
                      </a:solidFill>
                    </a:lnR>
                    <a:lnT w="12700" cap="flat" cmpd="sng" algn="ctr">
                      <a:solidFill>
                        <a:srgbClr val="B9C2CC">
                          <a:alpha val="100000"/>
                        </a:srgbClr>
                      </a:solidFill>
                    </a:lnT>
                    <a:lnB w="12700" cap="flat" cmpd="sng" algn="ctr">
                      <a:solidFill>
                        <a:srgbClr val="000000">
                          <a:alpha val="0"/>
                        </a:srgbClr>
                      </a:solidFill>
                    </a:lnB>
                    <a:noFill/>
                  </a:tcPr>
                </a:tc>
                <a:tc>
                  <a:txBody>
                    <a:bodyPr/>
                    <a:lstStyle/>
                    <a:p>
                      <a:pPr>
                        <a:lnSpc>
                          <a:spcPts val="1700"/>
                        </a:lnSpc>
                      </a:pPr>
                      <a:endParaRPr/>
                    </a:p>
                  </a:txBody>
                  <a:tcPr marL="0" marR="0" marT="0" marB="0">
                    <a:lnL w="12700" cap="flat" cmpd="sng" algn="ctr">
                      <a:solidFill>
                        <a:srgbClr val="000000">
                          <a:alpha val="0"/>
                        </a:srgbClr>
                      </a:solidFill>
                    </a:lnL>
                    <a:lnR w="12700" cap="flat" cmpd="sng" algn="ctr">
                      <a:solidFill>
                        <a:srgbClr val="000000">
                          <a:alpha val="0"/>
                        </a:srgbClr>
                      </a:solidFill>
                    </a:lnR>
                    <a:lnT w="12700" cap="flat" cmpd="sng" algn="ctr">
                      <a:solidFill>
                        <a:srgbClr val="B9C2CC">
                          <a:alpha val="100000"/>
                        </a:srgbClr>
                      </a:solidFill>
                    </a:lnT>
                    <a:lnB w="12700" cap="flat" cmpd="sng" algn="ctr">
                      <a:solidFill>
                        <a:srgbClr val="000000">
                          <a:alpha val="0"/>
                        </a:srgbClr>
                      </a:solidFill>
                    </a:lnB>
                    <a:noFill/>
                  </a:tcPr>
                </a:tc>
                <a:extLst>
                  <a:ext uri="{0D108BD9-81ED-4DB2-BD59-A6C34878D82A}">
                    <a16:rowId xmlns:a16="http://schemas.microsoft.com/office/drawing/2014/main" val="10001"/>
                  </a:ext>
                </a:extLst>
              </a:tr>
            </a:tbl>
          </a:graphicData>
        </a:graphic>
      </p:graphicFrame>
      <p:sp>
        <p:nvSpPr>
          <p:cNvPr id="25" name="TextBox 24"/>
          <p:cNvSpPr txBox="1"/>
          <p:nvPr/>
        </p:nvSpPr>
        <p:spPr>
          <a:xfrm>
            <a:off x="2903221" y="4493002"/>
            <a:ext cx="538609" cy="184666"/>
          </a:xfrm>
          <a:prstGeom prst="rect">
            <a:avLst/>
          </a:prstGeom>
          <a:noFill/>
        </p:spPr>
        <p:txBody>
          <a:bodyPr wrap="none" lIns="0" tIns="0" rIns="0" bIns="0" anchor="ctr">
            <a:spAutoFit/>
          </a:bodyPr>
          <a:lstStyle/>
          <a:p>
            <a:pPr defTabSz="457200"/>
            <a:r>
              <a:rPr sz="1200" b="1" spc="-100">
                <a:solidFill>
                  <a:srgbClr val="1B1F3B"/>
                </a:solidFill>
                <a:latin typeface=""/>
              </a:rPr>
              <a:t>Backlog </a:t>
            </a:r>
          </a:p>
        </p:txBody>
      </p:sp>
      <p:sp>
        <p:nvSpPr>
          <p:cNvPr id="26" name="TextBox 25"/>
          <p:cNvSpPr txBox="1"/>
          <p:nvPr/>
        </p:nvSpPr>
        <p:spPr>
          <a:xfrm>
            <a:off x="5530850" y="4480302"/>
            <a:ext cx="1077218" cy="184666"/>
          </a:xfrm>
          <a:prstGeom prst="rect">
            <a:avLst/>
          </a:prstGeom>
          <a:noFill/>
        </p:spPr>
        <p:txBody>
          <a:bodyPr wrap="none" lIns="0" tIns="0" rIns="0" bIns="0" anchor="ctr">
            <a:spAutoFit/>
          </a:bodyPr>
          <a:lstStyle/>
          <a:p>
            <a:pPr defTabSz="457200"/>
            <a:r>
              <a:rPr sz="1200" b="1" spc="-100">
                <a:solidFill>
                  <a:srgbClr val="1B1F3B"/>
                </a:solidFill>
                <a:latin typeface=""/>
              </a:rPr>
              <a:t>Boards (Kanban) </a:t>
            </a:r>
          </a:p>
        </p:txBody>
      </p:sp>
      <p:sp>
        <p:nvSpPr>
          <p:cNvPr id="27" name="TextBox 26"/>
          <p:cNvSpPr txBox="1"/>
          <p:nvPr/>
        </p:nvSpPr>
        <p:spPr>
          <a:xfrm>
            <a:off x="8778240" y="4498717"/>
            <a:ext cx="440826" cy="184666"/>
          </a:xfrm>
          <a:prstGeom prst="rect">
            <a:avLst/>
          </a:prstGeom>
          <a:noFill/>
        </p:spPr>
        <p:txBody>
          <a:bodyPr wrap="none" lIns="0" tIns="0" rIns="0" bIns="0" anchor="ctr">
            <a:spAutoFit/>
          </a:bodyPr>
          <a:lstStyle/>
          <a:p>
            <a:pPr defTabSz="457200"/>
            <a:r>
              <a:rPr sz="1200" b="1" spc="-100">
                <a:solidFill>
                  <a:srgbClr val="1B1F3B"/>
                </a:solidFill>
                <a:latin typeface=""/>
              </a:rPr>
              <a:t>Sprints</a:t>
            </a:r>
          </a:p>
        </p:txBody>
      </p:sp>
      <p:graphicFrame>
        <p:nvGraphicFramePr>
          <p:cNvPr id="28" name="Table 27"/>
          <p:cNvGraphicFramePr>
            <a:graphicFrameLocks noGrp="1"/>
          </p:cNvGraphicFramePr>
          <p:nvPr/>
        </p:nvGraphicFramePr>
        <p:xfrm>
          <a:off x="3171190" y="4704080"/>
          <a:ext cx="5845810" cy="457200"/>
        </p:xfrm>
        <a:graphic>
          <a:graphicData uri="http://schemas.openxmlformats.org/drawingml/2006/table">
            <a:tbl>
              <a:tblPr>
                <a:tableStyleId>{5C22544A-7EE6-4342-B048-85BDC9FD1C3A}</a:tableStyleId>
              </a:tblPr>
              <a:tblGrid>
                <a:gridCol w="2923540">
                  <a:extLst>
                    <a:ext uri="{9D8B030D-6E8A-4147-A177-3AD203B41FA5}">
                      <a16:colId xmlns:a16="http://schemas.microsoft.com/office/drawing/2014/main" val="20000"/>
                    </a:ext>
                  </a:extLst>
                </a:gridCol>
                <a:gridCol w="2922270">
                  <a:extLst>
                    <a:ext uri="{9D8B030D-6E8A-4147-A177-3AD203B41FA5}">
                      <a16:colId xmlns:a16="http://schemas.microsoft.com/office/drawing/2014/main" val="20001"/>
                    </a:ext>
                  </a:extLst>
                </a:gridCol>
              </a:tblGrid>
              <a:tr h="228600">
                <a:tc>
                  <a:txBody>
                    <a:bodyPr/>
                    <a:lstStyle/>
                    <a:p>
                      <a:pPr>
                        <a:lnSpc>
                          <a:spcPts val="1700"/>
                        </a:lnSpc>
                      </a:pPr>
                      <a:endParaRPr/>
                    </a:p>
                  </a:txBody>
                  <a:tcPr marL="0" marR="0" marT="0" marB="0">
                    <a:lnL w="12700" cap="flat" cmpd="sng" algn="ctr">
                      <a:solidFill>
                        <a:srgbClr val="B9C2CC">
                          <a:alpha val="100000"/>
                        </a:srgbClr>
                      </a:solidFill>
                    </a:lnL>
                    <a:lnR w="12700" cap="flat" cmpd="sng" algn="ctr">
                      <a:solidFill>
                        <a:srgbClr val="B9C2CC">
                          <a:alpha val="100000"/>
                        </a:srgbClr>
                      </a:solidFill>
                    </a:lnR>
                    <a:lnT w="12700" cap="flat" cmpd="sng" algn="ctr">
                      <a:solidFill>
                        <a:srgbClr val="000000">
                          <a:alpha val="0"/>
                        </a:srgbClr>
                      </a:solidFill>
                    </a:lnT>
                    <a:lnB w="12700" cap="flat" cmpd="sng" algn="ctr">
                      <a:solidFill>
                        <a:srgbClr val="B9C2CC">
                          <a:alpha val="100000"/>
                        </a:srgbClr>
                      </a:solidFill>
                    </a:lnB>
                    <a:noFill/>
                  </a:tcPr>
                </a:tc>
                <a:tc>
                  <a:txBody>
                    <a:bodyPr/>
                    <a:lstStyle/>
                    <a:p>
                      <a:pPr>
                        <a:lnSpc>
                          <a:spcPts val="1700"/>
                        </a:lnSpc>
                      </a:pPr>
                      <a:endParaRPr/>
                    </a:p>
                  </a:txBody>
                  <a:tcPr marL="0" marR="0" marT="0" marB="0">
                    <a:lnL w="12700" cap="flat" cmpd="sng" algn="ctr">
                      <a:solidFill>
                        <a:srgbClr val="B9C2CC">
                          <a:alpha val="100000"/>
                        </a:srgbClr>
                      </a:solidFill>
                    </a:lnL>
                    <a:lnR w="12700" cap="flat" cmpd="sng" algn="ctr">
                      <a:solidFill>
                        <a:srgbClr val="B9C2CC">
                          <a:alpha val="100000"/>
                        </a:srgbClr>
                      </a:solidFill>
                    </a:lnR>
                    <a:lnT w="12700" cap="flat" cmpd="sng" algn="ctr">
                      <a:solidFill>
                        <a:srgbClr val="000000">
                          <a:alpha val="0"/>
                        </a:srgbClr>
                      </a:solidFill>
                    </a:lnT>
                    <a:lnB w="12700" cap="flat" cmpd="sng" algn="ctr">
                      <a:solidFill>
                        <a:srgbClr val="B9C2CC">
                          <a:alpha val="100000"/>
                        </a:srgbClr>
                      </a:solidFill>
                    </a:lnB>
                    <a:noFill/>
                  </a:tcPr>
                </a:tc>
                <a:extLst>
                  <a:ext uri="{0D108BD9-81ED-4DB2-BD59-A6C34878D82A}">
                    <a16:rowId xmlns:a16="http://schemas.microsoft.com/office/drawing/2014/main" val="10000"/>
                  </a:ext>
                </a:extLst>
              </a:tr>
              <a:tr h="228600">
                <a:tc>
                  <a:txBody>
                    <a:bodyPr/>
                    <a:lstStyle/>
                    <a:p>
                      <a:pPr>
                        <a:lnSpc>
                          <a:spcPts val="1700"/>
                        </a:lnSpc>
                      </a:pPr>
                      <a:endParaRPr/>
                    </a:p>
                  </a:txBody>
                  <a:tcPr marL="0" marR="0" marT="0" marB="0">
                    <a:lnL w="12700" cap="flat" cmpd="sng" algn="ctr">
                      <a:solidFill>
                        <a:srgbClr val="000000">
                          <a:alpha val="0"/>
                        </a:srgbClr>
                      </a:solidFill>
                    </a:lnL>
                    <a:lnR w="12700" cap="flat" cmpd="sng" algn="ctr">
                      <a:solidFill>
                        <a:srgbClr val="000000">
                          <a:alpha val="0"/>
                        </a:srgbClr>
                      </a:solidFill>
                    </a:lnR>
                    <a:lnT w="12700" cap="flat" cmpd="sng" algn="ctr">
                      <a:solidFill>
                        <a:srgbClr val="B9C2CC">
                          <a:alpha val="100000"/>
                        </a:srgbClr>
                      </a:solidFill>
                    </a:lnT>
                    <a:lnB w="12700" cap="flat" cmpd="sng" algn="ctr">
                      <a:solidFill>
                        <a:srgbClr val="000000">
                          <a:alpha val="0"/>
                        </a:srgbClr>
                      </a:solidFill>
                    </a:lnB>
                    <a:noFill/>
                  </a:tcPr>
                </a:tc>
                <a:tc>
                  <a:txBody>
                    <a:bodyPr/>
                    <a:lstStyle/>
                    <a:p>
                      <a:pPr>
                        <a:lnSpc>
                          <a:spcPts val="1700"/>
                        </a:lnSpc>
                      </a:pPr>
                      <a:endParaRPr/>
                    </a:p>
                  </a:txBody>
                  <a:tcPr marL="0" marR="0" marT="0" marB="0">
                    <a:lnL w="12700" cap="flat" cmpd="sng" algn="ctr">
                      <a:solidFill>
                        <a:srgbClr val="000000">
                          <a:alpha val="0"/>
                        </a:srgbClr>
                      </a:solidFill>
                    </a:lnL>
                    <a:lnR w="12700" cap="flat" cmpd="sng" algn="ctr">
                      <a:solidFill>
                        <a:srgbClr val="000000">
                          <a:alpha val="0"/>
                        </a:srgbClr>
                      </a:solidFill>
                    </a:lnR>
                    <a:lnT w="12700" cap="flat" cmpd="sng" algn="ctr">
                      <a:solidFill>
                        <a:srgbClr val="B9C2CC">
                          <a:alpha val="100000"/>
                        </a:srgbClr>
                      </a:solidFill>
                    </a:lnT>
                    <a:lnB w="12700" cap="flat" cmpd="sng" algn="ctr">
                      <a:solidFill>
                        <a:srgbClr val="000000">
                          <a:alpha val="0"/>
                        </a:srgbClr>
                      </a:solidFill>
                    </a:lnB>
                    <a:noFill/>
                  </a:tcPr>
                </a:tc>
                <a:extLst>
                  <a:ext uri="{0D108BD9-81ED-4DB2-BD59-A6C34878D82A}">
                    <a16:rowId xmlns:a16="http://schemas.microsoft.com/office/drawing/2014/main" val="10001"/>
                  </a:ext>
                </a:extLst>
              </a:tr>
            </a:tbl>
          </a:graphicData>
        </a:graphic>
      </p:graphicFrame>
      <p:sp>
        <p:nvSpPr>
          <p:cNvPr id="29" name="TextBox 28"/>
          <p:cNvSpPr txBox="1"/>
          <p:nvPr/>
        </p:nvSpPr>
        <p:spPr>
          <a:xfrm>
            <a:off x="3807460" y="5468887"/>
            <a:ext cx="3799182" cy="207749"/>
          </a:xfrm>
          <a:prstGeom prst="rect">
            <a:avLst/>
          </a:prstGeom>
          <a:noFill/>
        </p:spPr>
        <p:txBody>
          <a:bodyPr wrap="none" lIns="0" tIns="0" rIns="0" bIns="0" anchor="ctr">
            <a:spAutoFit/>
          </a:bodyPr>
          <a:lstStyle/>
          <a:p>
            <a:pPr defTabSz="457200"/>
            <a:r>
              <a:rPr sz="1350" b="1" spc="-100">
                <a:solidFill>
                  <a:srgbClr val="FFFFFF"/>
                </a:solidFill>
                <a:latin typeface=""/>
              </a:rPr>
              <a:t>Work Items: Epic</a:t>
            </a:r>
            <a:r>
              <a:rPr sz="1350" spc="-100">
                <a:solidFill>
                  <a:srgbClr val="FFFFFF"/>
                </a:solidFill>
                <a:latin typeface=""/>
              </a:rPr>
              <a:t> →</a:t>
            </a:r>
            <a:r>
              <a:rPr sz="1350" b="1" spc="-100">
                <a:solidFill>
                  <a:srgbClr val="FFFFFF"/>
                </a:solidFill>
                <a:latin typeface=""/>
              </a:rPr>
              <a:t>Feature</a:t>
            </a:r>
            <a:r>
              <a:rPr sz="1350" spc="-100">
                <a:solidFill>
                  <a:srgbClr val="FFFFFF"/>
                </a:solidFill>
                <a:latin typeface=""/>
              </a:rPr>
              <a:t> →</a:t>
            </a:r>
            <a:r>
              <a:rPr sz="1350" b="1" spc="-100">
                <a:solidFill>
                  <a:srgbClr val="FFFFFF"/>
                </a:solidFill>
                <a:latin typeface=""/>
              </a:rPr>
              <a:t>User Story</a:t>
            </a:r>
            <a:r>
              <a:rPr sz="1350" spc="-100">
                <a:solidFill>
                  <a:srgbClr val="FFFFFF"/>
                </a:solidFill>
                <a:latin typeface=""/>
              </a:rPr>
              <a:t> →</a:t>
            </a:r>
            <a:r>
              <a:rPr sz="1350" b="1" spc="-100">
                <a:solidFill>
                  <a:srgbClr val="FFFFFF"/>
                </a:solidFill>
                <a:latin typeface=""/>
              </a:rPr>
              <a:t>Task / Bug</a:t>
            </a:r>
          </a:p>
        </p:txBody>
      </p:sp>
      <p:sp>
        <p:nvSpPr>
          <p:cNvPr id="31" name="TextBox 30"/>
          <p:cNvSpPr txBox="1"/>
          <p:nvPr/>
        </p:nvSpPr>
        <p:spPr>
          <a:xfrm>
            <a:off x="11720830" y="6572813"/>
            <a:ext cx="49694" cy="146194"/>
          </a:xfrm>
          <a:prstGeom prst="rect">
            <a:avLst/>
          </a:prstGeom>
          <a:noFill/>
        </p:spPr>
        <p:txBody>
          <a:bodyPr wrap="none" lIns="0" tIns="0" rIns="0" bIns="0" anchor="ctr">
            <a:spAutoFit/>
          </a:bodyPr>
          <a:lstStyle/>
          <a:p>
            <a:pPr defTabSz="457200"/>
            <a:r>
              <a:rPr sz="950" spc="-100">
                <a:solidFill>
                  <a:srgbClr val="9AA5B1"/>
                </a:solidFill>
                <a:latin typeface="Quattrocento Sans"/>
              </a:rPr>
              <a:t>4</a:t>
            </a:r>
          </a:p>
        </p:txBody>
      </p:sp>
      <p:sp>
        <p:nvSpPr>
          <p:cNvPr id="34" name="Shape 4">
            <a:extLst>
              <a:ext uri="{FF2B5EF4-FFF2-40B4-BE49-F238E27FC236}">
                <a16:creationId xmlns:a16="http://schemas.microsoft.com/office/drawing/2014/main" id="{146631C6-C35A-8893-9B7E-1799CF0F14BF}"/>
              </a:ext>
            </a:extLst>
          </p:cNvPr>
          <p:cNvSpPr/>
          <p:nvPr/>
        </p:nvSpPr>
        <p:spPr>
          <a:xfrm>
            <a:off x="645160" y="1421154"/>
            <a:ext cx="1005840" cy="0"/>
          </a:xfrm>
          <a:prstGeom prst="line">
            <a:avLst/>
          </a:prstGeom>
          <a:noFill/>
          <a:ln w="57150">
            <a:solidFill>
              <a:srgbClr val="E8A33D"/>
            </a:solidFill>
            <a:prstDash val="solid"/>
          </a:ln>
        </p:spPr>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image.png"/>
          <p:cNvPicPr>
            <a:picLocks noChangeAspect="1"/>
          </p:cNvPicPr>
          <p:nvPr/>
        </p:nvPicPr>
        <p:blipFill>
          <a:blip r:embed="rId2"/>
          <a:stretch>
            <a:fillRect/>
          </a:stretch>
        </p:blipFill>
        <p:spPr>
          <a:xfrm>
            <a:off x="552450" y="1689100"/>
            <a:ext cx="3524250" cy="4476750"/>
          </a:xfrm>
          <a:prstGeom prst="rect">
            <a:avLst/>
          </a:prstGeom>
        </p:spPr>
      </p:pic>
      <p:pic>
        <p:nvPicPr>
          <p:cNvPr id="4" name="Picture 3" descr="image.png"/>
          <p:cNvPicPr>
            <a:picLocks noChangeAspect="1"/>
          </p:cNvPicPr>
          <p:nvPr/>
        </p:nvPicPr>
        <p:blipFill>
          <a:blip r:embed="rId3"/>
          <a:stretch>
            <a:fillRect/>
          </a:stretch>
        </p:blipFill>
        <p:spPr>
          <a:xfrm>
            <a:off x="546100" y="1682750"/>
            <a:ext cx="3536950" cy="4489450"/>
          </a:xfrm>
          <a:prstGeom prst="rect">
            <a:avLst/>
          </a:prstGeom>
        </p:spPr>
      </p:pic>
      <p:pic>
        <p:nvPicPr>
          <p:cNvPr id="5" name="Picture 4" descr="image.png"/>
          <p:cNvPicPr>
            <a:picLocks noChangeAspect="1"/>
          </p:cNvPicPr>
          <p:nvPr/>
        </p:nvPicPr>
        <p:blipFill>
          <a:blip r:embed="rId4"/>
          <a:stretch>
            <a:fillRect/>
          </a:stretch>
        </p:blipFill>
        <p:spPr>
          <a:xfrm>
            <a:off x="552450" y="1689100"/>
            <a:ext cx="3524250" cy="508000"/>
          </a:xfrm>
          <a:prstGeom prst="rect">
            <a:avLst/>
          </a:prstGeom>
        </p:spPr>
      </p:pic>
      <p:pic>
        <p:nvPicPr>
          <p:cNvPr id="6" name="Picture 5" descr="image.png"/>
          <p:cNvPicPr>
            <a:picLocks noChangeAspect="1"/>
          </p:cNvPicPr>
          <p:nvPr/>
        </p:nvPicPr>
        <p:blipFill>
          <a:blip r:embed="rId5"/>
          <a:stretch>
            <a:fillRect/>
          </a:stretch>
        </p:blipFill>
        <p:spPr>
          <a:xfrm>
            <a:off x="553720" y="1963420"/>
            <a:ext cx="3517900" cy="228600"/>
          </a:xfrm>
          <a:prstGeom prst="rect">
            <a:avLst/>
          </a:prstGeom>
        </p:spPr>
      </p:pic>
      <p:pic>
        <p:nvPicPr>
          <p:cNvPr id="7" name="Picture 6" descr="image.png"/>
          <p:cNvPicPr>
            <a:picLocks noChangeAspect="1"/>
          </p:cNvPicPr>
          <p:nvPr/>
        </p:nvPicPr>
        <p:blipFill>
          <a:blip r:embed="rId6"/>
          <a:stretch>
            <a:fillRect/>
          </a:stretch>
        </p:blipFill>
        <p:spPr>
          <a:xfrm>
            <a:off x="679450" y="2330450"/>
            <a:ext cx="3270250" cy="895350"/>
          </a:xfrm>
          <a:prstGeom prst="rect">
            <a:avLst/>
          </a:prstGeom>
        </p:spPr>
      </p:pic>
      <p:pic>
        <p:nvPicPr>
          <p:cNvPr id="8" name="Picture 7" descr="image.png"/>
          <p:cNvPicPr>
            <a:picLocks noChangeAspect="1"/>
          </p:cNvPicPr>
          <p:nvPr/>
        </p:nvPicPr>
        <p:blipFill>
          <a:blip r:embed="rId7"/>
          <a:stretch>
            <a:fillRect/>
          </a:stretch>
        </p:blipFill>
        <p:spPr>
          <a:xfrm>
            <a:off x="736600" y="2374900"/>
            <a:ext cx="3155950" cy="781050"/>
          </a:xfrm>
          <a:prstGeom prst="rect">
            <a:avLst/>
          </a:prstGeom>
        </p:spPr>
      </p:pic>
      <p:pic>
        <p:nvPicPr>
          <p:cNvPr id="9" name="Picture 8" descr="image.png"/>
          <p:cNvPicPr>
            <a:picLocks noChangeAspect="1"/>
          </p:cNvPicPr>
          <p:nvPr/>
        </p:nvPicPr>
        <p:blipFill>
          <a:blip r:embed="rId8"/>
          <a:stretch>
            <a:fillRect/>
          </a:stretch>
        </p:blipFill>
        <p:spPr>
          <a:xfrm>
            <a:off x="730250" y="2368550"/>
            <a:ext cx="3168650" cy="793750"/>
          </a:xfrm>
          <a:prstGeom prst="rect">
            <a:avLst/>
          </a:prstGeom>
        </p:spPr>
      </p:pic>
      <p:pic>
        <p:nvPicPr>
          <p:cNvPr id="10" name="Picture 9" descr="image.png"/>
          <p:cNvPicPr>
            <a:picLocks noChangeAspect="1"/>
          </p:cNvPicPr>
          <p:nvPr/>
        </p:nvPicPr>
        <p:blipFill>
          <a:blip r:embed="rId9"/>
          <a:stretch>
            <a:fillRect/>
          </a:stretch>
        </p:blipFill>
        <p:spPr>
          <a:xfrm>
            <a:off x="679450" y="3238500"/>
            <a:ext cx="3270250" cy="901700"/>
          </a:xfrm>
          <a:prstGeom prst="rect">
            <a:avLst/>
          </a:prstGeom>
        </p:spPr>
      </p:pic>
      <p:pic>
        <p:nvPicPr>
          <p:cNvPr id="11" name="Picture 10" descr="image.png"/>
          <p:cNvPicPr>
            <a:picLocks noChangeAspect="1"/>
          </p:cNvPicPr>
          <p:nvPr/>
        </p:nvPicPr>
        <p:blipFill>
          <a:blip r:embed="rId10"/>
          <a:stretch>
            <a:fillRect/>
          </a:stretch>
        </p:blipFill>
        <p:spPr>
          <a:xfrm>
            <a:off x="736600" y="3282950"/>
            <a:ext cx="3155950" cy="787400"/>
          </a:xfrm>
          <a:prstGeom prst="rect">
            <a:avLst/>
          </a:prstGeom>
        </p:spPr>
      </p:pic>
      <p:pic>
        <p:nvPicPr>
          <p:cNvPr id="12" name="Picture 11" descr="image.png"/>
          <p:cNvPicPr>
            <a:picLocks noChangeAspect="1"/>
          </p:cNvPicPr>
          <p:nvPr/>
        </p:nvPicPr>
        <p:blipFill>
          <a:blip r:embed="rId11"/>
          <a:stretch>
            <a:fillRect/>
          </a:stretch>
        </p:blipFill>
        <p:spPr>
          <a:xfrm>
            <a:off x="730250" y="3276600"/>
            <a:ext cx="3168650" cy="800100"/>
          </a:xfrm>
          <a:prstGeom prst="rect">
            <a:avLst/>
          </a:prstGeom>
        </p:spPr>
      </p:pic>
      <p:pic>
        <p:nvPicPr>
          <p:cNvPr id="13" name="Picture 12" descr="image.png"/>
          <p:cNvPicPr>
            <a:picLocks noChangeAspect="1"/>
          </p:cNvPicPr>
          <p:nvPr/>
        </p:nvPicPr>
        <p:blipFill>
          <a:blip r:embed="rId12"/>
          <a:stretch>
            <a:fillRect/>
          </a:stretch>
        </p:blipFill>
        <p:spPr>
          <a:xfrm>
            <a:off x="679450" y="4152900"/>
            <a:ext cx="3270250" cy="895350"/>
          </a:xfrm>
          <a:prstGeom prst="rect">
            <a:avLst/>
          </a:prstGeom>
        </p:spPr>
      </p:pic>
      <p:pic>
        <p:nvPicPr>
          <p:cNvPr id="14" name="Picture 13" descr="image.png"/>
          <p:cNvPicPr>
            <a:picLocks noChangeAspect="1"/>
          </p:cNvPicPr>
          <p:nvPr/>
        </p:nvPicPr>
        <p:blipFill>
          <a:blip r:embed="rId13"/>
          <a:stretch>
            <a:fillRect/>
          </a:stretch>
        </p:blipFill>
        <p:spPr>
          <a:xfrm>
            <a:off x="736600" y="4197350"/>
            <a:ext cx="3155950" cy="781050"/>
          </a:xfrm>
          <a:prstGeom prst="rect">
            <a:avLst/>
          </a:prstGeom>
        </p:spPr>
      </p:pic>
      <p:pic>
        <p:nvPicPr>
          <p:cNvPr id="15" name="Picture 14" descr="image.png"/>
          <p:cNvPicPr>
            <a:picLocks noChangeAspect="1"/>
          </p:cNvPicPr>
          <p:nvPr/>
        </p:nvPicPr>
        <p:blipFill>
          <a:blip r:embed="rId14"/>
          <a:stretch>
            <a:fillRect/>
          </a:stretch>
        </p:blipFill>
        <p:spPr>
          <a:xfrm>
            <a:off x="730250" y="4191000"/>
            <a:ext cx="3168650" cy="793750"/>
          </a:xfrm>
          <a:prstGeom prst="rect">
            <a:avLst/>
          </a:prstGeom>
        </p:spPr>
      </p:pic>
      <p:pic>
        <p:nvPicPr>
          <p:cNvPr id="16" name="Picture 15" descr="image.png"/>
          <p:cNvPicPr>
            <a:picLocks noChangeAspect="1"/>
          </p:cNvPicPr>
          <p:nvPr/>
        </p:nvPicPr>
        <p:blipFill>
          <a:blip r:embed="rId15"/>
          <a:stretch>
            <a:fillRect/>
          </a:stretch>
        </p:blipFill>
        <p:spPr>
          <a:xfrm>
            <a:off x="4343400" y="1689100"/>
            <a:ext cx="3524250" cy="4476750"/>
          </a:xfrm>
          <a:prstGeom prst="rect">
            <a:avLst/>
          </a:prstGeom>
        </p:spPr>
      </p:pic>
      <p:pic>
        <p:nvPicPr>
          <p:cNvPr id="17" name="Picture 16" descr="image.png"/>
          <p:cNvPicPr>
            <a:picLocks noChangeAspect="1"/>
          </p:cNvPicPr>
          <p:nvPr/>
        </p:nvPicPr>
        <p:blipFill>
          <a:blip r:embed="rId16"/>
          <a:stretch>
            <a:fillRect/>
          </a:stretch>
        </p:blipFill>
        <p:spPr>
          <a:xfrm>
            <a:off x="4337050" y="1682750"/>
            <a:ext cx="3536950" cy="4489450"/>
          </a:xfrm>
          <a:prstGeom prst="rect">
            <a:avLst/>
          </a:prstGeom>
        </p:spPr>
      </p:pic>
      <p:pic>
        <p:nvPicPr>
          <p:cNvPr id="18" name="Picture 17" descr="image.png"/>
          <p:cNvPicPr>
            <a:picLocks noChangeAspect="1"/>
          </p:cNvPicPr>
          <p:nvPr/>
        </p:nvPicPr>
        <p:blipFill>
          <a:blip r:embed="rId17"/>
          <a:stretch>
            <a:fillRect/>
          </a:stretch>
        </p:blipFill>
        <p:spPr>
          <a:xfrm>
            <a:off x="4343400" y="1689100"/>
            <a:ext cx="3524250" cy="508000"/>
          </a:xfrm>
          <a:prstGeom prst="rect">
            <a:avLst/>
          </a:prstGeom>
        </p:spPr>
      </p:pic>
      <p:pic>
        <p:nvPicPr>
          <p:cNvPr id="19" name="Picture 18" descr="image.png"/>
          <p:cNvPicPr>
            <a:picLocks noChangeAspect="1"/>
          </p:cNvPicPr>
          <p:nvPr/>
        </p:nvPicPr>
        <p:blipFill>
          <a:blip r:embed="rId18"/>
          <a:stretch>
            <a:fillRect/>
          </a:stretch>
        </p:blipFill>
        <p:spPr>
          <a:xfrm>
            <a:off x="4344671" y="1963420"/>
            <a:ext cx="3516629" cy="228600"/>
          </a:xfrm>
          <a:prstGeom prst="rect">
            <a:avLst/>
          </a:prstGeom>
        </p:spPr>
      </p:pic>
      <p:pic>
        <p:nvPicPr>
          <p:cNvPr id="20" name="Picture 19" descr="image.png"/>
          <p:cNvPicPr>
            <a:picLocks noChangeAspect="1"/>
          </p:cNvPicPr>
          <p:nvPr/>
        </p:nvPicPr>
        <p:blipFill>
          <a:blip r:embed="rId6"/>
          <a:stretch>
            <a:fillRect/>
          </a:stretch>
        </p:blipFill>
        <p:spPr>
          <a:xfrm>
            <a:off x="4470400" y="2330450"/>
            <a:ext cx="3270250" cy="895350"/>
          </a:xfrm>
          <a:prstGeom prst="rect">
            <a:avLst/>
          </a:prstGeom>
        </p:spPr>
      </p:pic>
      <p:pic>
        <p:nvPicPr>
          <p:cNvPr id="21" name="Picture 20" descr="image.png"/>
          <p:cNvPicPr>
            <a:picLocks noChangeAspect="1"/>
          </p:cNvPicPr>
          <p:nvPr/>
        </p:nvPicPr>
        <p:blipFill>
          <a:blip r:embed="rId19"/>
          <a:stretch>
            <a:fillRect/>
          </a:stretch>
        </p:blipFill>
        <p:spPr>
          <a:xfrm>
            <a:off x="4527550" y="2374900"/>
            <a:ext cx="3155950" cy="781050"/>
          </a:xfrm>
          <a:prstGeom prst="rect">
            <a:avLst/>
          </a:prstGeom>
        </p:spPr>
      </p:pic>
      <p:pic>
        <p:nvPicPr>
          <p:cNvPr id="22" name="Picture 21" descr="image.png"/>
          <p:cNvPicPr>
            <a:picLocks noChangeAspect="1"/>
          </p:cNvPicPr>
          <p:nvPr/>
        </p:nvPicPr>
        <p:blipFill>
          <a:blip r:embed="rId20"/>
          <a:stretch>
            <a:fillRect/>
          </a:stretch>
        </p:blipFill>
        <p:spPr>
          <a:xfrm>
            <a:off x="4521200" y="2368550"/>
            <a:ext cx="3168650" cy="793750"/>
          </a:xfrm>
          <a:prstGeom prst="rect">
            <a:avLst/>
          </a:prstGeom>
        </p:spPr>
      </p:pic>
      <p:pic>
        <p:nvPicPr>
          <p:cNvPr id="23" name="Picture 22" descr="image.png"/>
          <p:cNvPicPr>
            <a:picLocks noChangeAspect="1"/>
          </p:cNvPicPr>
          <p:nvPr/>
        </p:nvPicPr>
        <p:blipFill>
          <a:blip r:embed="rId9"/>
          <a:stretch>
            <a:fillRect/>
          </a:stretch>
        </p:blipFill>
        <p:spPr>
          <a:xfrm>
            <a:off x="4470400" y="3238500"/>
            <a:ext cx="3270250" cy="901700"/>
          </a:xfrm>
          <a:prstGeom prst="rect">
            <a:avLst/>
          </a:prstGeom>
        </p:spPr>
      </p:pic>
      <p:pic>
        <p:nvPicPr>
          <p:cNvPr id="24" name="Picture 23" descr="image.png"/>
          <p:cNvPicPr>
            <a:picLocks noChangeAspect="1"/>
          </p:cNvPicPr>
          <p:nvPr/>
        </p:nvPicPr>
        <p:blipFill>
          <a:blip r:embed="rId21"/>
          <a:stretch>
            <a:fillRect/>
          </a:stretch>
        </p:blipFill>
        <p:spPr>
          <a:xfrm>
            <a:off x="4527550" y="3282950"/>
            <a:ext cx="3155950" cy="787400"/>
          </a:xfrm>
          <a:prstGeom prst="rect">
            <a:avLst/>
          </a:prstGeom>
        </p:spPr>
      </p:pic>
      <p:pic>
        <p:nvPicPr>
          <p:cNvPr id="25" name="Picture 24" descr="image.png"/>
          <p:cNvPicPr>
            <a:picLocks noChangeAspect="1"/>
          </p:cNvPicPr>
          <p:nvPr/>
        </p:nvPicPr>
        <p:blipFill>
          <a:blip r:embed="rId22"/>
          <a:stretch>
            <a:fillRect/>
          </a:stretch>
        </p:blipFill>
        <p:spPr>
          <a:xfrm>
            <a:off x="4521200" y="3276600"/>
            <a:ext cx="3168650" cy="800100"/>
          </a:xfrm>
          <a:prstGeom prst="rect">
            <a:avLst/>
          </a:prstGeom>
        </p:spPr>
      </p:pic>
      <p:pic>
        <p:nvPicPr>
          <p:cNvPr id="26" name="Picture 25" descr="image.png"/>
          <p:cNvPicPr>
            <a:picLocks noChangeAspect="1"/>
          </p:cNvPicPr>
          <p:nvPr/>
        </p:nvPicPr>
        <p:blipFill>
          <a:blip r:embed="rId23"/>
          <a:stretch>
            <a:fillRect/>
          </a:stretch>
        </p:blipFill>
        <p:spPr>
          <a:xfrm>
            <a:off x="8134350" y="1689100"/>
            <a:ext cx="3524250" cy="4476750"/>
          </a:xfrm>
          <a:prstGeom prst="rect">
            <a:avLst/>
          </a:prstGeom>
        </p:spPr>
      </p:pic>
      <p:pic>
        <p:nvPicPr>
          <p:cNvPr id="27" name="Picture 26" descr="image.png"/>
          <p:cNvPicPr>
            <a:picLocks noChangeAspect="1"/>
          </p:cNvPicPr>
          <p:nvPr/>
        </p:nvPicPr>
        <p:blipFill>
          <a:blip r:embed="rId24"/>
          <a:stretch>
            <a:fillRect/>
          </a:stretch>
        </p:blipFill>
        <p:spPr>
          <a:xfrm>
            <a:off x="8128000" y="1682750"/>
            <a:ext cx="3536950" cy="4489450"/>
          </a:xfrm>
          <a:prstGeom prst="rect">
            <a:avLst/>
          </a:prstGeom>
        </p:spPr>
      </p:pic>
      <p:pic>
        <p:nvPicPr>
          <p:cNvPr id="28" name="Picture 27" descr="image.png"/>
          <p:cNvPicPr>
            <a:picLocks noChangeAspect="1"/>
          </p:cNvPicPr>
          <p:nvPr/>
        </p:nvPicPr>
        <p:blipFill>
          <a:blip r:embed="rId25"/>
          <a:stretch>
            <a:fillRect/>
          </a:stretch>
        </p:blipFill>
        <p:spPr>
          <a:xfrm>
            <a:off x="8134350" y="1689100"/>
            <a:ext cx="3524250" cy="508000"/>
          </a:xfrm>
          <a:prstGeom prst="rect">
            <a:avLst/>
          </a:prstGeom>
        </p:spPr>
      </p:pic>
      <p:pic>
        <p:nvPicPr>
          <p:cNvPr id="29" name="Picture 28" descr="image.png"/>
          <p:cNvPicPr>
            <a:picLocks noChangeAspect="1"/>
          </p:cNvPicPr>
          <p:nvPr/>
        </p:nvPicPr>
        <p:blipFill>
          <a:blip r:embed="rId26"/>
          <a:stretch>
            <a:fillRect/>
          </a:stretch>
        </p:blipFill>
        <p:spPr>
          <a:xfrm>
            <a:off x="8135621" y="1963420"/>
            <a:ext cx="3516629" cy="228600"/>
          </a:xfrm>
          <a:prstGeom prst="rect">
            <a:avLst/>
          </a:prstGeom>
        </p:spPr>
      </p:pic>
      <p:pic>
        <p:nvPicPr>
          <p:cNvPr id="30" name="Picture 29" descr="image.png"/>
          <p:cNvPicPr>
            <a:picLocks noChangeAspect="1"/>
          </p:cNvPicPr>
          <p:nvPr/>
        </p:nvPicPr>
        <p:blipFill>
          <a:blip r:embed="rId12"/>
          <a:stretch>
            <a:fillRect/>
          </a:stretch>
        </p:blipFill>
        <p:spPr>
          <a:xfrm>
            <a:off x="8261350" y="2330450"/>
            <a:ext cx="3270250" cy="895350"/>
          </a:xfrm>
          <a:prstGeom prst="rect">
            <a:avLst/>
          </a:prstGeom>
        </p:spPr>
      </p:pic>
      <p:pic>
        <p:nvPicPr>
          <p:cNvPr id="31" name="Picture 30" descr="image.png"/>
          <p:cNvPicPr>
            <a:picLocks noChangeAspect="1"/>
          </p:cNvPicPr>
          <p:nvPr/>
        </p:nvPicPr>
        <p:blipFill>
          <a:blip r:embed="rId27"/>
          <a:stretch>
            <a:fillRect/>
          </a:stretch>
        </p:blipFill>
        <p:spPr>
          <a:xfrm>
            <a:off x="8318500" y="2374900"/>
            <a:ext cx="3155950" cy="781050"/>
          </a:xfrm>
          <a:prstGeom prst="rect">
            <a:avLst/>
          </a:prstGeom>
        </p:spPr>
      </p:pic>
      <p:pic>
        <p:nvPicPr>
          <p:cNvPr id="32" name="Picture 31" descr="image.png"/>
          <p:cNvPicPr>
            <a:picLocks noChangeAspect="1"/>
          </p:cNvPicPr>
          <p:nvPr/>
        </p:nvPicPr>
        <p:blipFill>
          <a:blip r:embed="rId28"/>
          <a:stretch>
            <a:fillRect/>
          </a:stretch>
        </p:blipFill>
        <p:spPr>
          <a:xfrm>
            <a:off x="8312150" y="2368550"/>
            <a:ext cx="3168650" cy="793750"/>
          </a:xfrm>
          <a:prstGeom prst="rect">
            <a:avLst/>
          </a:prstGeom>
        </p:spPr>
      </p:pic>
      <p:pic>
        <p:nvPicPr>
          <p:cNvPr id="33" name="Picture 32" descr="image.png"/>
          <p:cNvPicPr>
            <a:picLocks noChangeAspect="1"/>
          </p:cNvPicPr>
          <p:nvPr/>
        </p:nvPicPr>
        <p:blipFill>
          <a:blip r:embed="rId29"/>
          <a:stretch>
            <a:fillRect/>
          </a:stretch>
        </p:blipFill>
        <p:spPr>
          <a:xfrm>
            <a:off x="8261350" y="3238500"/>
            <a:ext cx="3270250" cy="901700"/>
          </a:xfrm>
          <a:prstGeom prst="rect">
            <a:avLst/>
          </a:prstGeom>
        </p:spPr>
      </p:pic>
      <p:pic>
        <p:nvPicPr>
          <p:cNvPr id="34" name="Picture 33" descr="image.png"/>
          <p:cNvPicPr>
            <a:picLocks noChangeAspect="1"/>
          </p:cNvPicPr>
          <p:nvPr/>
        </p:nvPicPr>
        <p:blipFill>
          <a:blip r:embed="rId30"/>
          <a:stretch>
            <a:fillRect/>
          </a:stretch>
        </p:blipFill>
        <p:spPr>
          <a:xfrm>
            <a:off x="8318500" y="3282950"/>
            <a:ext cx="3155950" cy="787400"/>
          </a:xfrm>
          <a:prstGeom prst="rect">
            <a:avLst/>
          </a:prstGeom>
        </p:spPr>
      </p:pic>
      <p:pic>
        <p:nvPicPr>
          <p:cNvPr id="35" name="Picture 34" descr="image.png"/>
          <p:cNvPicPr>
            <a:picLocks noChangeAspect="1"/>
          </p:cNvPicPr>
          <p:nvPr/>
        </p:nvPicPr>
        <p:blipFill>
          <a:blip r:embed="rId31"/>
          <a:stretch>
            <a:fillRect/>
          </a:stretch>
        </p:blipFill>
        <p:spPr>
          <a:xfrm>
            <a:off x="8312150" y="3276600"/>
            <a:ext cx="3168650" cy="800100"/>
          </a:xfrm>
          <a:prstGeom prst="rect">
            <a:avLst/>
          </a:prstGeom>
        </p:spPr>
      </p:pic>
      <p:sp>
        <p:nvSpPr>
          <p:cNvPr id="36" name="TextBox 35"/>
          <p:cNvSpPr txBox="1"/>
          <p:nvPr/>
        </p:nvSpPr>
        <p:spPr>
          <a:xfrm>
            <a:off x="645160" y="526983"/>
            <a:ext cx="5479320" cy="407804"/>
          </a:xfrm>
          <a:prstGeom prst="rect">
            <a:avLst/>
          </a:prstGeom>
          <a:noFill/>
        </p:spPr>
        <p:txBody>
          <a:bodyPr wrap="none" lIns="0" tIns="0" rIns="0" bIns="0" anchor="ctr">
            <a:spAutoFit/>
          </a:bodyPr>
          <a:lstStyle/>
          <a:p>
            <a:pPr defTabSz="457200"/>
            <a:r>
              <a:rPr sz="2650" b="1" spc="-100">
                <a:solidFill>
                  <a:srgbClr val="1B1F3B"/>
                </a:solidFill>
                <a:latin typeface=""/>
              </a:rPr>
              <a:t>Demo: E-Commerce Website Project</a:t>
            </a:r>
          </a:p>
        </p:txBody>
      </p:sp>
      <p:sp>
        <p:nvSpPr>
          <p:cNvPr id="37" name="TextBox 36"/>
          <p:cNvSpPr txBox="1"/>
          <p:nvPr/>
        </p:nvSpPr>
        <p:spPr>
          <a:xfrm>
            <a:off x="645160" y="1052462"/>
            <a:ext cx="3808478" cy="207749"/>
          </a:xfrm>
          <a:prstGeom prst="rect">
            <a:avLst/>
          </a:prstGeom>
          <a:noFill/>
        </p:spPr>
        <p:txBody>
          <a:bodyPr wrap="none" lIns="0" tIns="0" rIns="0" bIns="0" anchor="ctr">
            <a:spAutoFit/>
          </a:bodyPr>
          <a:lstStyle/>
          <a:p>
            <a:pPr defTabSz="457200"/>
            <a:r>
              <a:rPr sz="1350" spc="-100">
                <a:solidFill>
                  <a:srgbClr val="4A5568"/>
                </a:solidFill>
                <a:latin typeface="Quattrocento Sans"/>
              </a:rPr>
              <a:t>A simplified Azure Boards Kanban view for the sample project</a:t>
            </a:r>
          </a:p>
        </p:txBody>
      </p:sp>
      <p:sp>
        <p:nvSpPr>
          <p:cNvPr id="38" name="TextBox 37"/>
          <p:cNvSpPr txBox="1"/>
          <p:nvPr/>
        </p:nvSpPr>
        <p:spPr>
          <a:xfrm>
            <a:off x="2072639" y="1834071"/>
            <a:ext cx="487954" cy="223138"/>
          </a:xfrm>
          <a:prstGeom prst="rect">
            <a:avLst/>
          </a:prstGeom>
          <a:noFill/>
        </p:spPr>
        <p:txBody>
          <a:bodyPr wrap="none" lIns="0" tIns="0" rIns="0" bIns="0" anchor="ctr">
            <a:spAutoFit/>
          </a:bodyPr>
          <a:lstStyle/>
          <a:p>
            <a:pPr defTabSz="457200"/>
            <a:r>
              <a:rPr sz="1450" b="1" spc="-100">
                <a:solidFill>
                  <a:srgbClr val="FFFFFF"/>
                </a:solidFill>
                <a:latin typeface=""/>
              </a:rPr>
              <a:t>To Do </a:t>
            </a:r>
          </a:p>
        </p:txBody>
      </p:sp>
      <p:sp>
        <p:nvSpPr>
          <p:cNvPr id="39" name="TextBox 38"/>
          <p:cNvSpPr txBox="1"/>
          <p:nvPr/>
        </p:nvSpPr>
        <p:spPr>
          <a:xfrm>
            <a:off x="5863590" y="1855026"/>
            <a:ext cx="501740" cy="223138"/>
          </a:xfrm>
          <a:prstGeom prst="rect">
            <a:avLst/>
          </a:prstGeom>
          <a:noFill/>
        </p:spPr>
        <p:txBody>
          <a:bodyPr wrap="none" lIns="0" tIns="0" rIns="0" bIns="0" anchor="ctr">
            <a:spAutoFit/>
          </a:bodyPr>
          <a:lstStyle/>
          <a:p>
            <a:pPr defTabSz="457200"/>
            <a:r>
              <a:rPr sz="1450" b="1" spc="-100">
                <a:solidFill>
                  <a:srgbClr val="FFFFFF"/>
                </a:solidFill>
                <a:latin typeface=""/>
              </a:rPr>
              <a:t>Doing </a:t>
            </a:r>
          </a:p>
        </p:txBody>
      </p:sp>
      <p:sp>
        <p:nvSpPr>
          <p:cNvPr id="40" name="TextBox 39"/>
          <p:cNvSpPr txBox="1"/>
          <p:nvPr/>
        </p:nvSpPr>
        <p:spPr>
          <a:xfrm>
            <a:off x="9673590" y="1834071"/>
            <a:ext cx="415178" cy="223138"/>
          </a:xfrm>
          <a:prstGeom prst="rect">
            <a:avLst/>
          </a:prstGeom>
          <a:noFill/>
        </p:spPr>
        <p:txBody>
          <a:bodyPr wrap="none" lIns="0" tIns="0" rIns="0" bIns="0" anchor="ctr">
            <a:spAutoFit/>
          </a:bodyPr>
          <a:lstStyle/>
          <a:p>
            <a:pPr defTabSz="457200"/>
            <a:r>
              <a:rPr sz="1450" b="1" spc="-100">
                <a:solidFill>
                  <a:srgbClr val="FFFFFF"/>
                </a:solidFill>
                <a:latin typeface=""/>
              </a:rPr>
              <a:t>Done</a:t>
            </a:r>
          </a:p>
        </p:txBody>
      </p:sp>
      <p:sp>
        <p:nvSpPr>
          <p:cNvPr id="41" name="TextBox 40"/>
          <p:cNvSpPr txBox="1"/>
          <p:nvPr/>
        </p:nvSpPr>
        <p:spPr>
          <a:xfrm>
            <a:off x="965200" y="2488010"/>
            <a:ext cx="1363643" cy="246221"/>
          </a:xfrm>
          <a:prstGeom prst="rect">
            <a:avLst/>
          </a:prstGeom>
          <a:noFill/>
        </p:spPr>
        <p:txBody>
          <a:bodyPr wrap="none" lIns="0" tIns="0" rIns="0" bIns="0" anchor="ctr">
            <a:spAutoFit/>
          </a:bodyPr>
          <a:lstStyle/>
          <a:p>
            <a:pPr defTabSz="457200"/>
            <a:r>
              <a:rPr sz="1600" b="1" spc="-100" dirty="0">
                <a:solidFill>
                  <a:srgbClr val="1B1F3B"/>
                </a:solidFill>
                <a:latin typeface="Times New Roman" panose="02020603050405020304" pitchFamily="18" charset="0"/>
                <a:cs typeface="Times New Roman" panose="02020603050405020304" pitchFamily="18" charset="0"/>
              </a:rPr>
              <a:t>User Registration </a:t>
            </a:r>
          </a:p>
        </p:txBody>
      </p:sp>
      <p:sp>
        <p:nvSpPr>
          <p:cNvPr id="42" name="TextBox 41"/>
          <p:cNvSpPr txBox="1"/>
          <p:nvPr/>
        </p:nvSpPr>
        <p:spPr>
          <a:xfrm>
            <a:off x="4756150" y="2484835"/>
            <a:ext cx="1630254" cy="246221"/>
          </a:xfrm>
          <a:prstGeom prst="rect">
            <a:avLst/>
          </a:prstGeom>
          <a:noFill/>
        </p:spPr>
        <p:txBody>
          <a:bodyPr wrap="none" lIns="0" tIns="0" rIns="0" bIns="0" anchor="ctr">
            <a:spAutoFit/>
          </a:bodyPr>
          <a:lstStyle/>
          <a:p>
            <a:pPr defTabSz="457200"/>
            <a:r>
              <a:rPr sz="1600" b="1" spc="-100">
                <a:solidFill>
                  <a:srgbClr val="1B1F3B"/>
                </a:solidFill>
                <a:latin typeface="Times New Roman" panose="02020603050405020304" pitchFamily="18" charset="0"/>
                <a:cs typeface="Times New Roman" panose="02020603050405020304" pitchFamily="18" charset="0"/>
              </a:rPr>
              <a:t>Shopping Cart Logic </a:t>
            </a:r>
          </a:p>
        </p:txBody>
      </p:sp>
      <p:sp>
        <p:nvSpPr>
          <p:cNvPr id="43" name="TextBox 42"/>
          <p:cNvSpPr txBox="1"/>
          <p:nvPr/>
        </p:nvSpPr>
        <p:spPr>
          <a:xfrm>
            <a:off x="8547100" y="2483565"/>
            <a:ext cx="1487074" cy="246221"/>
          </a:xfrm>
          <a:prstGeom prst="rect">
            <a:avLst/>
          </a:prstGeom>
          <a:noFill/>
        </p:spPr>
        <p:txBody>
          <a:bodyPr wrap="none" lIns="0" tIns="0" rIns="0" bIns="0" anchor="ctr">
            <a:spAutoFit/>
          </a:bodyPr>
          <a:lstStyle/>
          <a:p>
            <a:pPr defTabSz="457200"/>
            <a:r>
              <a:rPr sz="1600" b="1" spc="-100">
                <a:solidFill>
                  <a:srgbClr val="1B1F3B"/>
                </a:solidFill>
                <a:latin typeface="Times New Roman" panose="02020603050405020304" pitchFamily="18" charset="0"/>
                <a:cs typeface="Times New Roman" panose="02020603050405020304" pitchFamily="18" charset="0"/>
              </a:rPr>
              <a:t>Product Catalog UI</a:t>
            </a:r>
          </a:p>
        </p:txBody>
      </p:sp>
      <p:sp>
        <p:nvSpPr>
          <p:cNvPr id="44" name="TextBox 43"/>
          <p:cNvSpPr txBox="1"/>
          <p:nvPr/>
        </p:nvSpPr>
        <p:spPr>
          <a:xfrm>
            <a:off x="965200" y="2921563"/>
            <a:ext cx="444032" cy="146194"/>
          </a:xfrm>
          <a:prstGeom prst="rect">
            <a:avLst/>
          </a:prstGeom>
          <a:noFill/>
        </p:spPr>
        <p:txBody>
          <a:bodyPr wrap="none" lIns="0" tIns="0" rIns="0" bIns="0" anchor="ctr">
            <a:spAutoFit/>
          </a:bodyPr>
          <a:lstStyle/>
          <a:p>
            <a:pPr defTabSz="457200"/>
            <a:r>
              <a:rPr sz="950" spc="-100">
                <a:solidFill>
                  <a:srgbClr val="0078D4"/>
                </a:solidFill>
                <a:latin typeface="Quattrocento Sans"/>
              </a:rPr>
              <a:t>User Story </a:t>
            </a:r>
          </a:p>
        </p:txBody>
      </p:sp>
      <p:sp>
        <p:nvSpPr>
          <p:cNvPr id="45" name="TextBox 44"/>
          <p:cNvSpPr txBox="1"/>
          <p:nvPr/>
        </p:nvSpPr>
        <p:spPr>
          <a:xfrm>
            <a:off x="4756150" y="2921563"/>
            <a:ext cx="444032" cy="146194"/>
          </a:xfrm>
          <a:prstGeom prst="rect">
            <a:avLst/>
          </a:prstGeom>
          <a:noFill/>
        </p:spPr>
        <p:txBody>
          <a:bodyPr wrap="none" lIns="0" tIns="0" rIns="0" bIns="0" anchor="ctr">
            <a:spAutoFit/>
          </a:bodyPr>
          <a:lstStyle/>
          <a:p>
            <a:pPr defTabSz="457200"/>
            <a:r>
              <a:rPr sz="950" spc="-100">
                <a:solidFill>
                  <a:srgbClr val="0078D4"/>
                </a:solidFill>
                <a:latin typeface="Quattrocento Sans"/>
              </a:rPr>
              <a:t>User Story </a:t>
            </a:r>
          </a:p>
        </p:txBody>
      </p:sp>
      <p:sp>
        <p:nvSpPr>
          <p:cNvPr id="46" name="TextBox 45"/>
          <p:cNvSpPr txBox="1"/>
          <p:nvPr/>
        </p:nvSpPr>
        <p:spPr>
          <a:xfrm>
            <a:off x="8547101" y="2921563"/>
            <a:ext cx="426399" cy="146194"/>
          </a:xfrm>
          <a:prstGeom prst="rect">
            <a:avLst/>
          </a:prstGeom>
          <a:noFill/>
        </p:spPr>
        <p:txBody>
          <a:bodyPr wrap="none" lIns="0" tIns="0" rIns="0" bIns="0" anchor="ctr">
            <a:spAutoFit/>
          </a:bodyPr>
          <a:lstStyle/>
          <a:p>
            <a:pPr defTabSz="457200"/>
            <a:r>
              <a:rPr sz="950" spc="-100">
                <a:solidFill>
                  <a:srgbClr val="0078D4"/>
                </a:solidFill>
                <a:latin typeface="Quattrocento Sans"/>
              </a:rPr>
              <a:t>User Story</a:t>
            </a:r>
          </a:p>
        </p:txBody>
      </p:sp>
      <p:sp>
        <p:nvSpPr>
          <p:cNvPr id="47" name="TextBox 46"/>
          <p:cNvSpPr txBox="1"/>
          <p:nvPr/>
        </p:nvSpPr>
        <p:spPr>
          <a:xfrm>
            <a:off x="965200" y="3378280"/>
            <a:ext cx="1663982" cy="246221"/>
          </a:xfrm>
          <a:prstGeom prst="rect">
            <a:avLst/>
          </a:prstGeom>
          <a:noFill/>
        </p:spPr>
        <p:txBody>
          <a:bodyPr wrap="none" lIns="0" tIns="0" rIns="0" bIns="0" anchor="ctr">
            <a:spAutoFit/>
          </a:bodyPr>
          <a:lstStyle/>
          <a:p>
            <a:pPr defTabSz="457200"/>
            <a:r>
              <a:rPr sz="1600" b="1" spc="-100">
                <a:solidFill>
                  <a:srgbClr val="1B1F3B"/>
                </a:solidFill>
                <a:latin typeface="Times New Roman" panose="02020603050405020304" pitchFamily="18" charset="0"/>
                <a:cs typeface="Times New Roman" panose="02020603050405020304" pitchFamily="18" charset="0"/>
              </a:rPr>
              <a:t>Product Search Filter </a:t>
            </a:r>
          </a:p>
        </p:txBody>
      </p:sp>
      <p:sp>
        <p:nvSpPr>
          <p:cNvPr id="48" name="TextBox 47"/>
          <p:cNvSpPr txBox="1"/>
          <p:nvPr/>
        </p:nvSpPr>
        <p:spPr>
          <a:xfrm>
            <a:off x="4756150" y="3404315"/>
            <a:ext cx="1790427" cy="246221"/>
          </a:xfrm>
          <a:prstGeom prst="rect">
            <a:avLst/>
          </a:prstGeom>
          <a:noFill/>
        </p:spPr>
        <p:txBody>
          <a:bodyPr wrap="none" lIns="0" tIns="0" rIns="0" bIns="0" anchor="ctr">
            <a:spAutoFit/>
          </a:bodyPr>
          <a:lstStyle/>
          <a:p>
            <a:pPr defTabSz="457200"/>
            <a:r>
              <a:rPr sz="1600" b="1" spc="-100">
                <a:solidFill>
                  <a:srgbClr val="1B1F3B"/>
                </a:solidFill>
                <a:latin typeface="Times New Roman" panose="02020603050405020304" pitchFamily="18" charset="0"/>
                <a:cs typeface="Times New Roman" panose="02020603050405020304" pitchFamily="18" charset="0"/>
              </a:rPr>
              <a:t>Payment Gateway API </a:t>
            </a:r>
          </a:p>
        </p:txBody>
      </p:sp>
      <p:sp>
        <p:nvSpPr>
          <p:cNvPr id="49" name="TextBox 48"/>
          <p:cNvSpPr txBox="1"/>
          <p:nvPr/>
        </p:nvSpPr>
        <p:spPr>
          <a:xfrm>
            <a:off x="8547100" y="3404315"/>
            <a:ext cx="1421864" cy="246221"/>
          </a:xfrm>
          <a:prstGeom prst="rect">
            <a:avLst/>
          </a:prstGeom>
          <a:noFill/>
        </p:spPr>
        <p:txBody>
          <a:bodyPr wrap="none" lIns="0" tIns="0" rIns="0" bIns="0" anchor="ctr">
            <a:spAutoFit/>
          </a:bodyPr>
          <a:lstStyle/>
          <a:p>
            <a:pPr defTabSz="457200"/>
            <a:r>
              <a:rPr sz="1600" b="1" spc="-100">
                <a:solidFill>
                  <a:srgbClr val="1B1F3B"/>
                </a:solidFill>
                <a:latin typeface="Times New Roman" panose="02020603050405020304" pitchFamily="18" charset="0"/>
                <a:cs typeface="Times New Roman" panose="02020603050405020304" pitchFamily="18" charset="0"/>
              </a:rPr>
              <a:t>Homepage Layout</a:t>
            </a:r>
          </a:p>
        </p:txBody>
      </p:sp>
      <p:sp>
        <p:nvSpPr>
          <p:cNvPr id="50" name="TextBox 49"/>
          <p:cNvSpPr txBox="1"/>
          <p:nvPr/>
        </p:nvSpPr>
        <p:spPr>
          <a:xfrm>
            <a:off x="965200" y="3834693"/>
            <a:ext cx="444032" cy="146194"/>
          </a:xfrm>
          <a:prstGeom prst="rect">
            <a:avLst/>
          </a:prstGeom>
          <a:noFill/>
        </p:spPr>
        <p:txBody>
          <a:bodyPr wrap="none" lIns="0" tIns="0" rIns="0" bIns="0" anchor="ctr">
            <a:spAutoFit/>
          </a:bodyPr>
          <a:lstStyle/>
          <a:p>
            <a:pPr defTabSz="457200"/>
            <a:r>
              <a:rPr sz="950" spc="-100">
                <a:solidFill>
                  <a:srgbClr val="0078D4"/>
                </a:solidFill>
                <a:latin typeface="Quattrocento Sans"/>
              </a:rPr>
              <a:t>User Story </a:t>
            </a:r>
          </a:p>
        </p:txBody>
      </p:sp>
      <p:sp>
        <p:nvSpPr>
          <p:cNvPr id="51" name="TextBox 50"/>
          <p:cNvSpPr txBox="1"/>
          <p:nvPr/>
        </p:nvSpPr>
        <p:spPr>
          <a:xfrm>
            <a:off x="4756150" y="3834693"/>
            <a:ext cx="444032" cy="146194"/>
          </a:xfrm>
          <a:prstGeom prst="rect">
            <a:avLst/>
          </a:prstGeom>
          <a:noFill/>
        </p:spPr>
        <p:txBody>
          <a:bodyPr wrap="none" lIns="0" tIns="0" rIns="0" bIns="0" anchor="ctr">
            <a:spAutoFit/>
          </a:bodyPr>
          <a:lstStyle/>
          <a:p>
            <a:pPr defTabSz="457200"/>
            <a:r>
              <a:rPr sz="950" spc="-100">
                <a:solidFill>
                  <a:srgbClr val="0078D4"/>
                </a:solidFill>
                <a:latin typeface="Quattrocento Sans"/>
              </a:rPr>
              <a:t>User Story </a:t>
            </a:r>
          </a:p>
        </p:txBody>
      </p:sp>
      <p:sp>
        <p:nvSpPr>
          <p:cNvPr id="52" name="TextBox 51"/>
          <p:cNvSpPr txBox="1"/>
          <p:nvPr/>
        </p:nvSpPr>
        <p:spPr>
          <a:xfrm>
            <a:off x="8547101" y="3834693"/>
            <a:ext cx="426399" cy="146194"/>
          </a:xfrm>
          <a:prstGeom prst="rect">
            <a:avLst/>
          </a:prstGeom>
          <a:noFill/>
        </p:spPr>
        <p:txBody>
          <a:bodyPr wrap="none" lIns="0" tIns="0" rIns="0" bIns="0" anchor="ctr">
            <a:spAutoFit/>
          </a:bodyPr>
          <a:lstStyle/>
          <a:p>
            <a:pPr defTabSz="457200"/>
            <a:r>
              <a:rPr sz="950" spc="-100">
                <a:solidFill>
                  <a:srgbClr val="0078D4"/>
                </a:solidFill>
                <a:latin typeface="Quattrocento Sans"/>
              </a:rPr>
              <a:t>User Story</a:t>
            </a:r>
          </a:p>
        </p:txBody>
      </p:sp>
      <p:sp>
        <p:nvSpPr>
          <p:cNvPr id="53" name="TextBox 52"/>
          <p:cNvSpPr txBox="1"/>
          <p:nvPr/>
        </p:nvSpPr>
        <p:spPr>
          <a:xfrm>
            <a:off x="965200" y="4311730"/>
            <a:ext cx="1501501" cy="246221"/>
          </a:xfrm>
          <a:prstGeom prst="rect">
            <a:avLst/>
          </a:prstGeom>
          <a:noFill/>
        </p:spPr>
        <p:txBody>
          <a:bodyPr wrap="none" lIns="0" tIns="0" rIns="0" bIns="0" anchor="ctr">
            <a:spAutoFit/>
          </a:bodyPr>
          <a:lstStyle/>
          <a:p>
            <a:pPr defTabSz="457200"/>
            <a:r>
              <a:rPr sz="1600" b="1" spc="-100">
                <a:solidFill>
                  <a:srgbClr val="1B1F3B"/>
                </a:solidFill>
                <a:latin typeface="Times New Roman" panose="02020603050405020304" pitchFamily="18" charset="0"/>
                <a:cs typeface="Times New Roman" panose="02020603050405020304" pitchFamily="18" charset="0"/>
              </a:rPr>
              <a:t>Order History Page</a:t>
            </a:r>
          </a:p>
        </p:txBody>
      </p:sp>
      <p:sp>
        <p:nvSpPr>
          <p:cNvPr id="54" name="TextBox 53"/>
          <p:cNvSpPr txBox="1"/>
          <p:nvPr/>
        </p:nvSpPr>
        <p:spPr>
          <a:xfrm>
            <a:off x="965201" y="4749093"/>
            <a:ext cx="426399" cy="146194"/>
          </a:xfrm>
          <a:prstGeom prst="rect">
            <a:avLst/>
          </a:prstGeom>
          <a:noFill/>
        </p:spPr>
        <p:txBody>
          <a:bodyPr wrap="none" lIns="0" tIns="0" rIns="0" bIns="0" anchor="ctr">
            <a:spAutoFit/>
          </a:bodyPr>
          <a:lstStyle/>
          <a:p>
            <a:pPr defTabSz="457200"/>
            <a:r>
              <a:rPr sz="950" spc="-100">
                <a:solidFill>
                  <a:srgbClr val="0078D4"/>
                </a:solidFill>
                <a:latin typeface="Quattrocento Sans"/>
              </a:rPr>
              <a:t>User Story</a:t>
            </a:r>
          </a:p>
        </p:txBody>
      </p:sp>
      <p:sp>
        <p:nvSpPr>
          <p:cNvPr id="57" name="TextBox 56"/>
          <p:cNvSpPr txBox="1"/>
          <p:nvPr/>
        </p:nvSpPr>
        <p:spPr>
          <a:xfrm>
            <a:off x="11720830" y="6574083"/>
            <a:ext cx="52900" cy="146194"/>
          </a:xfrm>
          <a:prstGeom prst="rect">
            <a:avLst/>
          </a:prstGeom>
          <a:noFill/>
        </p:spPr>
        <p:txBody>
          <a:bodyPr wrap="none" lIns="0" tIns="0" rIns="0" bIns="0" anchor="ctr">
            <a:spAutoFit/>
          </a:bodyPr>
          <a:lstStyle/>
          <a:p>
            <a:pPr defTabSz="457200"/>
            <a:r>
              <a:rPr sz="950" spc="-100">
                <a:solidFill>
                  <a:srgbClr val="9AA5B1"/>
                </a:solidFill>
                <a:latin typeface="Quattrocento Sans"/>
              </a:rPr>
              <a:t>5</a:t>
            </a:r>
          </a:p>
        </p:txBody>
      </p:sp>
      <p:sp>
        <p:nvSpPr>
          <p:cNvPr id="60" name="Shape 4">
            <a:extLst>
              <a:ext uri="{FF2B5EF4-FFF2-40B4-BE49-F238E27FC236}">
                <a16:creationId xmlns:a16="http://schemas.microsoft.com/office/drawing/2014/main" id="{C5585D7A-2C58-C0E5-7D92-47B8E77A3B6C}"/>
              </a:ext>
            </a:extLst>
          </p:cNvPr>
          <p:cNvSpPr/>
          <p:nvPr/>
        </p:nvSpPr>
        <p:spPr>
          <a:xfrm>
            <a:off x="645160" y="1421154"/>
            <a:ext cx="1005840" cy="0"/>
          </a:xfrm>
          <a:prstGeom prst="line">
            <a:avLst/>
          </a:prstGeom>
          <a:noFill/>
          <a:ln w="57150">
            <a:solidFill>
              <a:srgbClr val="E8A33D"/>
            </a:solidFill>
            <a:prstDash val="solid"/>
          </a:ln>
        </p:spPr>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0B10833-11AC-1BDA-84FB-80309AAB9BE4}"/>
            </a:ext>
          </a:extLst>
        </p:cNvPr>
        <p:cNvGrpSpPr/>
        <p:nvPr/>
      </p:nvGrpSpPr>
      <p:grpSpPr>
        <a:xfrm>
          <a:off x="0" y="0"/>
          <a:ext cx="0" cy="0"/>
          <a:chOff x="0" y="0"/>
          <a:chExt cx="0" cy="0"/>
        </a:xfrm>
      </p:grpSpPr>
      <p:sp>
        <p:nvSpPr>
          <p:cNvPr id="9" name="TextBox 8"/>
          <p:cNvSpPr txBox="1"/>
          <p:nvPr/>
        </p:nvSpPr>
        <p:spPr>
          <a:xfrm>
            <a:off x="640080" y="411480"/>
            <a:ext cx="10881360" cy="914400"/>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3800" b="1" i="0" u="none" strike="noStrike" kern="1200" cap="none" spc="0" normalizeH="0" baseline="0" noProof="0" dirty="0">
                <a:ln>
                  <a:noFill/>
                </a:ln>
                <a:solidFill>
                  <a:srgbClr val="2A3344"/>
                </a:solidFill>
                <a:effectLst/>
                <a:uLnTx/>
                <a:uFillTx/>
                <a:latin typeface="Times New Roman"/>
                <a:ea typeface="+mn-ea"/>
                <a:cs typeface="+mn-cs"/>
              </a:rPr>
              <a:t>Which Tool Should You Choose?</a:t>
            </a:r>
          </a:p>
        </p:txBody>
      </p:sp>
      <p:sp>
        <p:nvSpPr>
          <p:cNvPr id="10" name="Rectangle 9"/>
          <p:cNvSpPr/>
          <p:nvPr/>
        </p:nvSpPr>
        <p:spPr>
          <a:xfrm>
            <a:off x="658368" y="960120"/>
            <a:ext cx="502920" cy="63500"/>
          </a:xfrm>
          <a:prstGeom prst="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ounded Rectangle 10"/>
          <p:cNvSpPr/>
          <p:nvPr/>
        </p:nvSpPr>
        <p:spPr>
          <a:xfrm>
            <a:off x="658368" y="1417320"/>
            <a:ext cx="3456432" cy="4709160"/>
          </a:xfrm>
          <a:prstGeom prst="roundRect">
            <a:avLst>
              <a:gd name="adj" fmla="val 45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ounded Rectangle 11"/>
          <p:cNvSpPr/>
          <p:nvPr/>
        </p:nvSpPr>
        <p:spPr>
          <a:xfrm>
            <a:off x="658368" y="1417320"/>
            <a:ext cx="3456432" cy="1143000"/>
          </a:xfrm>
          <a:prstGeom prst="roundRect">
            <a:avLst>
              <a:gd name="adj" fmla="val 4500"/>
            </a:avLst>
          </a:prstGeom>
          <a:solidFill>
            <a:srgbClr val="2CA5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p:cNvSpPr/>
          <p:nvPr/>
        </p:nvSpPr>
        <p:spPr>
          <a:xfrm>
            <a:off x="658368" y="2011680"/>
            <a:ext cx="3456432" cy="548640"/>
          </a:xfrm>
          <a:prstGeom prst="rect">
            <a:avLst/>
          </a:prstGeom>
          <a:solidFill>
            <a:srgbClr val="2CA5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Oval 13"/>
          <p:cNvSpPr/>
          <p:nvPr/>
        </p:nvSpPr>
        <p:spPr>
          <a:xfrm>
            <a:off x="859536" y="1618488"/>
            <a:ext cx="731520" cy="731520"/>
          </a:xfrm>
          <a:prstGeom prst="ellipse">
            <a:avLst/>
          </a:prstGeom>
          <a:solidFill>
            <a:srgbClr val="2CA5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5" name="Picture 14" descr="iconw_kanban.png"/>
          <p:cNvPicPr>
            <a:picLocks noChangeAspect="1"/>
          </p:cNvPicPr>
          <p:nvPr/>
        </p:nvPicPr>
        <p:blipFill>
          <a:blip r:embed="rId2"/>
          <a:stretch>
            <a:fillRect/>
          </a:stretch>
        </p:blipFill>
        <p:spPr>
          <a:xfrm>
            <a:off x="1064361" y="1823313"/>
            <a:ext cx="321870" cy="321870"/>
          </a:xfrm>
          <a:prstGeom prst="rect">
            <a:avLst/>
          </a:prstGeom>
        </p:spPr>
      </p:pic>
      <p:sp>
        <p:nvSpPr>
          <p:cNvPr id="16" name="TextBox 15"/>
          <p:cNvSpPr txBox="1"/>
          <p:nvPr/>
        </p:nvSpPr>
        <p:spPr>
          <a:xfrm>
            <a:off x="1709928" y="1707250"/>
            <a:ext cx="1660963" cy="55399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3600" b="1" i="0" u="none" strike="noStrike" kern="1200" cap="none" spc="0" normalizeH="0" baseline="0" noProof="0" dirty="0">
                <a:ln>
                  <a:noFill/>
                </a:ln>
                <a:solidFill>
                  <a:srgbClr val="FFFFFF"/>
                </a:solidFill>
                <a:effectLst/>
                <a:uLnTx/>
                <a:uFillTx/>
                <a:latin typeface="Times New Roman"/>
                <a:ea typeface="+mn-ea"/>
                <a:cs typeface="+mn-cs"/>
              </a:rPr>
              <a:t>Trello</a:t>
            </a:r>
          </a:p>
        </p:txBody>
      </p:sp>
      <p:sp>
        <p:nvSpPr>
          <p:cNvPr id="17" name="TextBox 16"/>
          <p:cNvSpPr txBox="1"/>
          <p:nvPr/>
        </p:nvSpPr>
        <p:spPr>
          <a:xfrm>
            <a:off x="914400" y="2743200"/>
            <a:ext cx="2944368" cy="21544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srgbClr val="2CA58D"/>
                </a:solidFill>
                <a:effectLst/>
                <a:uLnTx/>
                <a:uFillTx/>
                <a:latin typeface="Times New Roman" panose="02020603050405020304" pitchFamily="18" charset="0"/>
                <a:cs typeface="Times New Roman" panose="02020603050405020304" pitchFamily="18" charset="0"/>
              </a:rPr>
              <a:t>BEST FOR</a:t>
            </a:r>
          </a:p>
        </p:txBody>
      </p:sp>
      <p:sp>
        <p:nvSpPr>
          <p:cNvPr id="18" name="TextBox 17"/>
          <p:cNvSpPr txBox="1"/>
          <p:nvPr/>
        </p:nvSpPr>
        <p:spPr>
          <a:xfrm>
            <a:off x="914400" y="3063240"/>
            <a:ext cx="2944368" cy="892552"/>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600"/>
              </a:spcAft>
              <a:buClrTx/>
              <a:buSzTx/>
              <a:buFont typeface="Arial"/>
              <a:buChar char="•"/>
              <a:tabLst/>
              <a:defRPr/>
            </a:pPr>
            <a:r>
              <a:rPr kumimoji="0" sz="1600" b="0" i="0" u="none" strike="noStrike" kern="1200" cap="none" spc="0" normalizeH="0" baseline="0" noProof="0">
                <a:ln>
                  <a:noFill/>
                </a:ln>
                <a:solidFill>
                  <a:srgbClr val="44546A"/>
                </a:solidFill>
                <a:effectLst/>
                <a:uLnTx/>
                <a:uFillTx/>
                <a:latin typeface="Times New Roman" panose="02020603050405020304" pitchFamily="18" charset="0"/>
                <a:cs typeface="Times New Roman" panose="02020603050405020304" pitchFamily="18" charset="0"/>
              </a:rPr>
              <a:t>Students</a:t>
            </a:r>
          </a:p>
          <a:p>
            <a:pPr marL="0" marR="0" lvl="0" indent="0" algn="l" defTabSz="914400" rtl="0" eaLnBrk="1" fontAlgn="auto" latinLnBrk="0" hangingPunct="1">
              <a:lnSpc>
                <a:spcPct val="100000"/>
              </a:lnSpc>
              <a:spcBef>
                <a:spcPts val="0"/>
              </a:spcBef>
              <a:spcAft>
                <a:spcPts val="600"/>
              </a:spcAft>
              <a:buClrTx/>
              <a:buSzTx/>
              <a:buFont typeface="Arial"/>
              <a:buChar char="•"/>
              <a:tabLst/>
              <a:defRPr/>
            </a:pPr>
            <a:r>
              <a:rPr kumimoji="0" sz="1600" b="0" i="0" u="none" strike="noStrike" kern="1200" cap="none" spc="0" normalizeH="0" baseline="0" noProof="0">
                <a:ln>
                  <a:noFill/>
                </a:ln>
                <a:solidFill>
                  <a:srgbClr val="44546A"/>
                </a:solidFill>
                <a:effectLst/>
                <a:uLnTx/>
                <a:uFillTx/>
                <a:latin typeface="Times New Roman" panose="02020603050405020304" pitchFamily="18" charset="0"/>
                <a:cs typeface="Times New Roman" panose="02020603050405020304" pitchFamily="18" charset="0"/>
              </a:rPr>
              <a:t>Freelancers</a:t>
            </a:r>
          </a:p>
          <a:p>
            <a:pPr marL="0" marR="0" lvl="0" indent="0" algn="l" defTabSz="914400" rtl="0" eaLnBrk="1" fontAlgn="auto" latinLnBrk="0" hangingPunct="1">
              <a:lnSpc>
                <a:spcPct val="100000"/>
              </a:lnSpc>
              <a:spcBef>
                <a:spcPts val="0"/>
              </a:spcBef>
              <a:spcAft>
                <a:spcPts val="600"/>
              </a:spcAft>
              <a:buClrTx/>
              <a:buSzTx/>
              <a:buFont typeface="Arial"/>
              <a:buChar char="•"/>
              <a:tabLst/>
              <a:defRPr/>
            </a:pPr>
            <a:r>
              <a:rPr kumimoji="0" sz="1600" b="0" i="0" u="none" strike="noStrike" kern="1200" cap="none" spc="0" normalizeH="0" baseline="0" noProof="0">
                <a:ln>
                  <a:noFill/>
                </a:ln>
                <a:solidFill>
                  <a:srgbClr val="44546A"/>
                </a:solidFill>
                <a:effectLst/>
                <a:uLnTx/>
                <a:uFillTx/>
                <a:latin typeface="Times New Roman" panose="02020603050405020304" pitchFamily="18" charset="0"/>
                <a:cs typeface="Times New Roman" panose="02020603050405020304" pitchFamily="18" charset="0"/>
              </a:rPr>
              <a:t>Small startups</a:t>
            </a:r>
          </a:p>
        </p:txBody>
      </p:sp>
      <p:sp>
        <p:nvSpPr>
          <p:cNvPr id="19" name="TextBox 18"/>
          <p:cNvSpPr txBox="1"/>
          <p:nvPr/>
        </p:nvSpPr>
        <p:spPr>
          <a:xfrm>
            <a:off x="914400" y="4160520"/>
            <a:ext cx="2944368" cy="21544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2CA58D"/>
                </a:solidFill>
                <a:effectLst/>
                <a:uLnTx/>
                <a:uFillTx/>
                <a:latin typeface="Times New Roman" panose="02020603050405020304" pitchFamily="18" charset="0"/>
                <a:cs typeface="Times New Roman" panose="02020603050405020304" pitchFamily="18" charset="0"/>
              </a:rPr>
              <a:t>WHY?</a:t>
            </a:r>
          </a:p>
        </p:txBody>
      </p:sp>
      <p:sp>
        <p:nvSpPr>
          <p:cNvPr id="20" name="TextBox 19"/>
          <p:cNvSpPr txBox="1"/>
          <p:nvPr/>
        </p:nvSpPr>
        <p:spPr>
          <a:xfrm>
            <a:off x="914400" y="4480560"/>
            <a:ext cx="2944368" cy="1215717"/>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600"/>
              </a:spcAft>
              <a:buClrTx/>
              <a:buSzTx/>
              <a:buFont typeface="Arial"/>
              <a:buChar char="•"/>
              <a:tabLst/>
              <a:defRPr/>
            </a:pPr>
            <a:r>
              <a:rPr kumimoji="0" sz="1600" b="0" i="0" u="none" strike="noStrike" kern="1200" cap="none" spc="0" normalizeH="0" baseline="0" noProof="0" dirty="0">
                <a:ln>
                  <a:noFill/>
                </a:ln>
                <a:solidFill>
                  <a:srgbClr val="44546A"/>
                </a:solidFill>
                <a:effectLst/>
                <a:uLnTx/>
                <a:uFillTx/>
                <a:latin typeface="Times New Roman" panose="02020603050405020304" pitchFamily="18" charset="0"/>
                <a:cs typeface="Times New Roman" panose="02020603050405020304" pitchFamily="18" charset="0"/>
              </a:rPr>
              <a:t>Easy to learn</a:t>
            </a:r>
          </a:p>
          <a:p>
            <a:pPr marL="0" marR="0" lvl="0" indent="0" algn="l" defTabSz="914400" rtl="0" eaLnBrk="1" fontAlgn="auto" latinLnBrk="0" hangingPunct="1">
              <a:lnSpc>
                <a:spcPct val="100000"/>
              </a:lnSpc>
              <a:spcBef>
                <a:spcPts val="0"/>
              </a:spcBef>
              <a:spcAft>
                <a:spcPts val="600"/>
              </a:spcAft>
              <a:buClrTx/>
              <a:buSzTx/>
              <a:buFont typeface="Arial"/>
              <a:buChar char="•"/>
              <a:tabLst/>
              <a:defRPr/>
            </a:pPr>
            <a:r>
              <a:rPr kumimoji="0" sz="1600" b="0" i="0" u="none" strike="noStrike" kern="1200" cap="none" spc="0" normalizeH="0" baseline="0" noProof="0" dirty="0">
                <a:ln>
                  <a:noFill/>
                </a:ln>
                <a:solidFill>
                  <a:srgbClr val="44546A"/>
                </a:solidFill>
                <a:effectLst/>
                <a:uLnTx/>
                <a:uFillTx/>
                <a:latin typeface="Times New Roman" panose="02020603050405020304" pitchFamily="18" charset="0"/>
                <a:cs typeface="Times New Roman" panose="02020603050405020304" pitchFamily="18" charset="0"/>
              </a:rPr>
              <a:t>Simple interface</a:t>
            </a:r>
          </a:p>
          <a:p>
            <a:pPr marL="0" marR="0" lvl="0" indent="0" algn="l" defTabSz="914400" rtl="0" eaLnBrk="1" fontAlgn="auto" latinLnBrk="0" hangingPunct="1">
              <a:lnSpc>
                <a:spcPct val="100000"/>
              </a:lnSpc>
              <a:spcBef>
                <a:spcPts val="0"/>
              </a:spcBef>
              <a:spcAft>
                <a:spcPts val="600"/>
              </a:spcAft>
              <a:buClrTx/>
              <a:buSzTx/>
              <a:buFont typeface="Arial"/>
              <a:buChar char="•"/>
              <a:tabLst/>
              <a:defRPr/>
            </a:pPr>
            <a:r>
              <a:rPr kumimoji="0" sz="1600" b="0" i="0" u="none" strike="noStrike" kern="1200" cap="none" spc="0" normalizeH="0" baseline="0" noProof="0" dirty="0">
                <a:ln>
                  <a:noFill/>
                </a:ln>
                <a:solidFill>
                  <a:srgbClr val="44546A"/>
                </a:solidFill>
                <a:effectLst/>
                <a:uLnTx/>
                <a:uFillTx/>
                <a:latin typeface="Times New Roman" panose="02020603050405020304" pitchFamily="18" charset="0"/>
                <a:cs typeface="Times New Roman" panose="02020603050405020304" pitchFamily="18" charset="0"/>
              </a:rPr>
              <a:t>Drag-and-drop boards</a:t>
            </a:r>
          </a:p>
          <a:p>
            <a:pPr marL="0" marR="0" lvl="0" indent="0" algn="l" defTabSz="914400" rtl="0" eaLnBrk="1" fontAlgn="auto" latinLnBrk="0" hangingPunct="1">
              <a:lnSpc>
                <a:spcPct val="100000"/>
              </a:lnSpc>
              <a:spcBef>
                <a:spcPts val="0"/>
              </a:spcBef>
              <a:spcAft>
                <a:spcPts val="600"/>
              </a:spcAft>
              <a:buClrTx/>
              <a:buSzTx/>
              <a:buFont typeface="Arial"/>
              <a:buChar char="•"/>
              <a:tabLst/>
              <a:defRPr/>
            </a:pPr>
            <a:r>
              <a:rPr kumimoji="0" sz="1600" b="0" i="0" u="none" strike="noStrike" kern="1200" cap="none" spc="0" normalizeH="0" baseline="0" noProof="0" dirty="0">
                <a:ln>
                  <a:noFill/>
                </a:ln>
                <a:solidFill>
                  <a:srgbClr val="44546A"/>
                </a:solidFill>
                <a:effectLst/>
                <a:uLnTx/>
                <a:uFillTx/>
                <a:latin typeface="Times New Roman" panose="02020603050405020304" pitchFamily="18" charset="0"/>
                <a:cs typeface="Times New Roman" panose="02020603050405020304" pitchFamily="18" charset="0"/>
              </a:rPr>
              <a:t>Free for basic projects</a:t>
            </a:r>
          </a:p>
        </p:txBody>
      </p:sp>
      <p:sp>
        <p:nvSpPr>
          <p:cNvPr id="21" name="Rounded Rectangle 20"/>
          <p:cNvSpPr/>
          <p:nvPr/>
        </p:nvSpPr>
        <p:spPr>
          <a:xfrm>
            <a:off x="4370832" y="1417320"/>
            <a:ext cx="3456432" cy="4709160"/>
          </a:xfrm>
          <a:prstGeom prst="roundRect">
            <a:avLst>
              <a:gd name="adj" fmla="val 45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Rounded Rectangle 21"/>
          <p:cNvSpPr/>
          <p:nvPr/>
        </p:nvSpPr>
        <p:spPr>
          <a:xfrm>
            <a:off x="4370832" y="1417320"/>
            <a:ext cx="3456432" cy="1143000"/>
          </a:xfrm>
          <a:prstGeom prst="roundRect">
            <a:avLst>
              <a:gd name="adj" fmla="val 4500"/>
            </a:avLst>
          </a:prstGeom>
          <a:solidFill>
            <a:srgbClr val="2F5F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p:cNvSpPr/>
          <p:nvPr/>
        </p:nvSpPr>
        <p:spPr>
          <a:xfrm>
            <a:off x="4370832" y="2011680"/>
            <a:ext cx="3456432" cy="548640"/>
          </a:xfrm>
          <a:prstGeom prst="rect">
            <a:avLst/>
          </a:prstGeom>
          <a:solidFill>
            <a:srgbClr val="2F5F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Oval 23"/>
          <p:cNvSpPr/>
          <p:nvPr/>
        </p:nvSpPr>
        <p:spPr>
          <a:xfrm>
            <a:off x="4572000" y="1618488"/>
            <a:ext cx="731520" cy="731520"/>
          </a:xfrm>
          <a:prstGeom prst="ellipse">
            <a:avLst/>
          </a:prstGeom>
          <a:solidFill>
            <a:srgbClr val="2F5F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25" name="Picture 24" descr="iconw_ticket.png"/>
          <p:cNvPicPr>
            <a:picLocks noChangeAspect="1"/>
          </p:cNvPicPr>
          <p:nvPr/>
        </p:nvPicPr>
        <p:blipFill>
          <a:blip r:embed="rId3"/>
          <a:stretch>
            <a:fillRect/>
          </a:stretch>
        </p:blipFill>
        <p:spPr>
          <a:xfrm>
            <a:off x="4776825" y="1823313"/>
            <a:ext cx="321870" cy="321870"/>
          </a:xfrm>
          <a:prstGeom prst="rect">
            <a:avLst/>
          </a:prstGeom>
        </p:spPr>
      </p:pic>
      <p:sp>
        <p:nvSpPr>
          <p:cNvPr id="26" name="TextBox 25"/>
          <p:cNvSpPr txBox="1"/>
          <p:nvPr/>
        </p:nvSpPr>
        <p:spPr>
          <a:xfrm>
            <a:off x="5422392" y="1707250"/>
            <a:ext cx="1660963" cy="55399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3600" b="1" i="0" u="none" strike="noStrike" kern="1200" cap="none" spc="0" normalizeH="0" baseline="0" noProof="0">
                <a:ln>
                  <a:noFill/>
                </a:ln>
                <a:solidFill>
                  <a:srgbClr val="FFFFFF"/>
                </a:solidFill>
                <a:effectLst/>
                <a:uLnTx/>
                <a:uFillTx/>
                <a:latin typeface="Times New Roman"/>
                <a:ea typeface="+mn-ea"/>
                <a:cs typeface="+mn-cs"/>
              </a:rPr>
              <a:t>Jira</a:t>
            </a:r>
          </a:p>
        </p:txBody>
      </p:sp>
      <p:sp>
        <p:nvSpPr>
          <p:cNvPr id="27" name="TextBox 26"/>
          <p:cNvSpPr txBox="1"/>
          <p:nvPr/>
        </p:nvSpPr>
        <p:spPr>
          <a:xfrm>
            <a:off x="4626864" y="2743200"/>
            <a:ext cx="2944368" cy="21544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2F5FDE"/>
                </a:solidFill>
                <a:effectLst/>
                <a:uLnTx/>
                <a:uFillTx/>
                <a:latin typeface="Times New Roman" panose="02020603050405020304" pitchFamily="18" charset="0"/>
                <a:cs typeface="Times New Roman" panose="02020603050405020304" pitchFamily="18" charset="0"/>
              </a:rPr>
              <a:t>BEST FOR</a:t>
            </a:r>
          </a:p>
        </p:txBody>
      </p:sp>
      <p:sp>
        <p:nvSpPr>
          <p:cNvPr id="28" name="TextBox 27"/>
          <p:cNvSpPr txBox="1"/>
          <p:nvPr/>
        </p:nvSpPr>
        <p:spPr>
          <a:xfrm>
            <a:off x="4626864" y="3063240"/>
            <a:ext cx="2944368" cy="892552"/>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600"/>
              </a:spcAft>
              <a:buClrTx/>
              <a:buSzTx/>
              <a:buFont typeface="Arial"/>
              <a:buChar char="•"/>
              <a:tabLst/>
              <a:defRPr/>
            </a:pPr>
            <a:r>
              <a:rPr kumimoji="0" sz="1600" b="0" i="0" u="none" strike="noStrike" kern="1200" cap="none" spc="0" normalizeH="0" baseline="0" noProof="0">
                <a:ln>
                  <a:noFill/>
                </a:ln>
                <a:solidFill>
                  <a:srgbClr val="44546A"/>
                </a:solidFill>
                <a:effectLst/>
                <a:uLnTx/>
                <a:uFillTx/>
                <a:latin typeface="Times New Roman" panose="02020603050405020304" pitchFamily="18" charset="0"/>
                <a:cs typeface="Times New Roman" panose="02020603050405020304" pitchFamily="18" charset="0"/>
              </a:rPr>
              <a:t>Software dev teams</a:t>
            </a:r>
          </a:p>
          <a:p>
            <a:pPr marL="0" marR="0" lvl="0" indent="0" algn="l" defTabSz="914400" rtl="0" eaLnBrk="1" fontAlgn="auto" latinLnBrk="0" hangingPunct="1">
              <a:lnSpc>
                <a:spcPct val="100000"/>
              </a:lnSpc>
              <a:spcBef>
                <a:spcPts val="0"/>
              </a:spcBef>
              <a:spcAft>
                <a:spcPts val="600"/>
              </a:spcAft>
              <a:buClrTx/>
              <a:buSzTx/>
              <a:buFont typeface="Arial"/>
              <a:buChar char="•"/>
              <a:tabLst/>
              <a:defRPr/>
            </a:pPr>
            <a:r>
              <a:rPr kumimoji="0" sz="1600" b="0" i="0" u="none" strike="noStrike" kern="1200" cap="none" spc="0" normalizeH="0" baseline="0" noProof="0">
                <a:ln>
                  <a:noFill/>
                </a:ln>
                <a:solidFill>
                  <a:srgbClr val="44546A"/>
                </a:solidFill>
                <a:effectLst/>
                <a:uLnTx/>
                <a:uFillTx/>
                <a:latin typeface="Times New Roman" panose="02020603050405020304" pitchFamily="18" charset="0"/>
                <a:cs typeface="Times New Roman" panose="02020603050405020304" pitchFamily="18" charset="0"/>
              </a:rPr>
              <a:t>Agile projects</a:t>
            </a:r>
          </a:p>
          <a:p>
            <a:pPr marL="0" marR="0" lvl="0" indent="0" algn="l" defTabSz="914400" rtl="0" eaLnBrk="1" fontAlgn="auto" latinLnBrk="0" hangingPunct="1">
              <a:lnSpc>
                <a:spcPct val="100000"/>
              </a:lnSpc>
              <a:spcBef>
                <a:spcPts val="0"/>
              </a:spcBef>
              <a:spcAft>
                <a:spcPts val="600"/>
              </a:spcAft>
              <a:buClrTx/>
              <a:buSzTx/>
              <a:buFont typeface="Arial"/>
              <a:buChar char="•"/>
              <a:tabLst/>
              <a:defRPr/>
            </a:pPr>
            <a:r>
              <a:rPr kumimoji="0" sz="1600" b="0" i="0" u="none" strike="noStrike" kern="1200" cap="none" spc="0" normalizeH="0" baseline="0" noProof="0">
                <a:ln>
                  <a:noFill/>
                </a:ln>
                <a:solidFill>
                  <a:srgbClr val="44546A"/>
                </a:solidFill>
                <a:effectLst/>
                <a:uLnTx/>
                <a:uFillTx/>
                <a:latin typeface="Times New Roman" panose="02020603050405020304" pitchFamily="18" charset="0"/>
                <a:cs typeface="Times New Roman" panose="02020603050405020304" pitchFamily="18" charset="0"/>
              </a:rPr>
              <a:t>Scrum teams</a:t>
            </a:r>
          </a:p>
        </p:txBody>
      </p:sp>
      <p:sp>
        <p:nvSpPr>
          <p:cNvPr id="29" name="TextBox 28"/>
          <p:cNvSpPr txBox="1"/>
          <p:nvPr/>
        </p:nvSpPr>
        <p:spPr>
          <a:xfrm>
            <a:off x="4626864" y="4160520"/>
            <a:ext cx="2944368" cy="21544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2F5FDE"/>
                </a:solidFill>
                <a:effectLst/>
                <a:uLnTx/>
                <a:uFillTx/>
                <a:latin typeface="Times New Roman" panose="02020603050405020304" pitchFamily="18" charset="0"/>
                <a:cs typeface="Times New Roman" panose="02020603050405020304" pitchFamily="18" charset="0"/>
              </a:rPr>
              <a:t>WHY?</a:t>
            </a:r>
          </a:p>
        </p:txBody>
      </p:sp>
      <p:sp>
        <p:nvSpPr>
          <p:cNvPr id="30" name="TextBox 29"/>
          <p:cNvSpPr txBox="1"/>
          <p:nvPr/>
        </p:nvSpPr>
        <p:spPr>
          <a:xfrm>
            <a:off x="4626864" y="4480560"/>
            <a:ext cx="2944368" cy="1215717"/>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600"/>
              </a:spcAft>
              <a:buClrTx/>
              <a:buSzTx/>
              <a:buFont typeface="Arial"/>
              <a:buChar char="•"/>
              <a:tabLst/>
              <a:defRPr/>
            </a:pPr>
            <a:r>
              <a:rPr kumimoji="0" sz="1600" b="0" i="0" u="none" strike="noStrike" kern="1200" cap="none" spc="0" normalizeH="0" baseline="0" noProof="0">
                <a:ln>
                  <a:noFill/>
                </a:ln>
                <a:solidFill>
                  <a:srgbClr val="44546A"/>
                </a:solidFill>
                <a:effectLst/>
                <a:uLnTx/>
                <a:uFillTx/>
                <a:latin typeface="Times New Roman" panose="02020603050405020304" pitchFamily="18" charset="0"/>
                <a:cs typeface="Times New Roman" panose="02020603050405020304" pitchFamily="18" charset="0"/>
              </a:rPr>
              <a:t>Sprint planning</a:t>
            </a:r>
          </a:p>
          <a:p>
            <a:pPr marL="0" marR="0" lvl="0" indent="0" algn="l" defTabSz="914400" rtl="0" eaLnBrk="1" fontAlgn="auto" latinLnBrk="0" hangingPunct="1">
              <a:lnSpc>
                <a:spcPct val="100000"/>
              </a:lnSpc>
              <a:spcBef>
                <a:spcPts val="0"/>
              </a:spcBef>
              <a:spcAft>
                <a:spcPts val="600"/>
              </a:spcAft>
              <a:buClrTx/>
              <a:buSzTx/>
              <a:buFont typeface="Arial"/>
              <a:buChar char="•"/>
              <a:tabLst/>
              <a:defRPr/>
            </a:pPr>
            <a:r>
              <a:rPr kumimoji="0" sz="1600" b="0" i="0" u="none" strike="noStrike" kern="1200" cap="none" spc="0" normalizeH="0" baseline="0" noProof="0">
                <a:ln>
                  <a:noFill/>
                </a:ln>
                <a:solidFill>
                  <a:srgbClr val="44546A"/>
                </a:solidFill>
                <a:effectLst/>
                <a:uLnTx/>
                <a:uFillTx/>
                <a:latin typeface="Times New Roman" panose="02020603050405020304" pitchFamily="18" charset="0"/>
                <a:cs typeface="Times New Roman" panose="02020603050405020304" pitchFamily="18" charset="0"/>
              </a:rPr>
              <a:t>Backlog management</a:t>
            </a:r>
          </a:p>
          <a:p>
            <a:pPr marL="0" marR="0" lvl="0" indent="0" algn="l" defTabSz="914400" rtl="0" eaLnBrk="1" fontAlgn="auto" latinLnBrk="0" hangingPunct="1">
              <a:lnSpc>
                <a:spcPct val="100000"/>
              </a:lnSpc>
              <a:spcBef>
                <a:spcPts val="0"/>
              </a:spcBef>
              <a:spcAft>
                <a:spcPts val="600"/>
              </a:spcAft>
              <a:buClrTx/>
              <a:buSzTx/>
              <a:buFont typeface="Arial"/>
              <a:buChar char="•"/>
              <a:tabLst/>
              <a:defRPr/>
            </a:pPr>
            <a:r>
              <a:rPr kumimoji="0" sz="1600" b="0" i="0" u="none" strike="noStrike" kern="1200" cap="none" spc="0" normalizeH="0" baseline="0" noProof="0">
                <a:ln>
                  <a:noFill/>
                </a:ln>
                <a:solidFill>
                  <a:srgbClr val="44546A"/>
                </a:solidFill>
                <a:effectLst/>
                <a:uLnTx/>
                <a:uFillTx/>
                <a:latin typeface="Times New Roman" panose="02020603050405020304" pitchFamily="18" charset="0"/>
                <a:cs typeface="Times New Roman" panose="02020603050405020304" pitchFamily="18" charset="0"/>
              </a:rPr>
              <a:t>Issue tracking</a:t>
            </a:r>
          </a:p>
          <a:p>
            <a:pPr marL="0" marR="0" lvl="0" indent="0" algn="l" defTabSz="914400" rtl="0" eaLnBrk="1" fontAlgn="auto" latinLnBrk="0" hangingPunct="1">
              <a:lnSpc>
                <a:spcPct val="100000"/>
              </a:lnSpc>
              <a:spcBef>
                <a:spcPts val="0"/>
              </a:spcBef>
              <a:spcAft>
                <a:spcPts val="600"/>
              </a:spcAft>
              <a:buClrTx/>
              <a:buSzTx/>
              <a:buFont typeface="Arial"/>
              <a:buChar char="•"/>
              <a:tabLst/>
              <a:defRPr/>
            </a:pPr>
            <a:r>
              <a:rPr kumimoji="0" sz="1600" b="0" i="0" u="none" strike="noStrike" kern="1200" cap="none" spc="0" normalizeH="0" baseline="0" noProof="0">
                <a:ln>
                  <a:noFill/>
                </a:ln>
                <a:solidFill>
                  <a:srgbClr val="44546A"/>
                </a:solidFill>
                <a:effectLst/>
                <a:uLnTx/>
                <a:uFillTx/>
                <a:latin typeface="Times New Roman" panose="02020603050405020304" pitchFamily="18" charset="0"/>
                <a:cs typeface="Times New Roman" panose="02020603050405020304" pitchFamily="18" charset="0"/>
              </a:rPr>
              <a:t>Advanced reporting</a:t>
            </a:r>
          </a:p>
        </p:txBody>
      </p:sp>
      <p:sp>
        <p:nvSpPr>
          <p:cNvPr id="31" name="Rounded Rectangle 30"/>
          <p:cNvSpPr/>
          <p:nvPr/>
        </p:nvSpPr>
        <p:spPr>
          <a:xfrm>
            <a:off x="8083296" y="1417320"/>
            <a:ext cx="3456432" cy="4709160"/>
          </a:xfrm>
          <a:prstGeom prst="roundRect">
            <a:avLst>
              <a:gd name="adj" fmla="val 45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 name="Rounded Rectangle 31"/>
          <p:cNvSpPr/>
          <p:nvPr/>
        </p:nvSpPr>
        <p:spPr>
          <a:xfrm>
            <a:off x="8083296" y="1417320"/>
            <a:ext cx="3456432" cy="1143000"/>
          </a:xfrm>
          <a:prstGeom prst="roundRect">
            <a:avLst>
              <a:gd name="adj" fmla="val 4500"/>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3" name="Rectangle 32"/>
          <p:cNvSpPr/>
          <p:nvPr/>
        </p:nvSpPr>
        <p:spPr>
          <a:xfrm>
            <a:off x="8083296" y="2011680"/>
            <a:ext cx="3456432" cy="548640"/>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 name="Oval 33"/>
          <p:cNvSpPr/>
          <p:nvPr/>
        </p:nvSpPr>
        <p:spPr>
          <a:xfrm>
            <a:off x="8284464" y="1618488"/>
            <a:ext cx="731520" cy="731520"/>
          </a:xfrm>
          <a:prstGeom prst="ellipse">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5" name="Picture 34" descr="iconw_cloud.png"/>
          <p:cNvPicPr>
            <a:picLocks noChangeAspect="1"/>
          </p:cNvPicPr>
          <p:nvPr/>
        </p:nvPicPr>
        <p:blipFill>
          <a:blip r:embed="rId4"/>
          <a:stretch>
            <a:fillRect/>
          </a:stretch>
        </p:blipFill>
        <p:spPr>
          <a:xfrm>
            <a:off x="8489289" y="1823313"/>
            <a:ext cx="321870" cy="321870"/>
          </a:xfrm>
          <a:prstGeom prst="rect">
            <a:avLst/>
          </a:prstGeom>
        </p:spPr>
      </p:pic>
      <p:sp>
        <p:nvSpPr>
          <p:cNvPr id="36" name="TextBox 35"/>
          <p:cNvSpPr txBox="1"/>
          <p:nvPr/>
        </p:nvSpPr>
        <p:spPr>
          <a:xfrm>
            <a:off x="8427818" y="1688961"/>
            <a:ext cx="2767387" cy="55399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3600" b="1" i="0" u="none" strike="noStrike" kern="1200" cap="none" spc="0" normalizeH="0" baseline="0" noProof="0" dirty="0">
                <a:ln>
                  <a:noFill/>
                </a:ln>
                <a:solidFill>
                  <a:srgbClr val="FFFFFF"/>
                </a:solidFill>
                <a:effectLst/>
                <a:uLnTx/>
                <a:uFillTx/>
                <a:latin typeface="Times New Roman"/>
                <a:ea typeface="+mn-ea"/>
                <a:cs typeface="+mn-cs"/>
              </a:rPr>
              <a:t>Azure Boards</a:t>
            </a:r>
          </a:p>
        </p:txBody>
      </p:sp>
      <p:sp>
        <p:nvSpPr>
          <p:cNvPr id="37" name="TextBox 36"/>
          <p:cNvSpPr txBox="1"/>
          <p:nvPr/>
        </p:nvSpPr>
        <p:spPr>
          <a:xfrm>
            <a:off x="8339328" y="2743200"/>
            <a:ext cx="2944368" cy="21544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00A4EF"/>
                </a:solidFill>
                <a:effectLst/>
                <a:uLnTx/>
                <a:uFillTx/>
                <a:latin typeface="Times New Roman" panose="02020603050405020304" pitchFamily="18" charset="0"/>
                <a:cs typeface="Times New Roman" panose="02020603050405020304" pitchFamily="18" charset="0"/>
              </a:rPr>
              <a:t>BEST FOR</a:t>
            </a:r>
          </a:p>
        </p:txBody>
      </p:sp>
      <p:sp>
        <p:nvSpPr>
          <p:cNvPr id="38" name="TextBox 37"/>
          <p:cNvSpPr txBox="1"/>
          <p:nvPr/>
        </p:nvSpPr>
        <p:spPr>
          <a:xfrm>
            <a:off x="8339328" y="3063240"/>
            <a:ext cx="2944368" cy="892552"/>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600"/>
              </a:spcAft>
              <a:buClrTx/>
              <a:buSzTx/>
              <a:buFont typeface="Arial"/>
              <a:buChar char="•"/>
              <a:tabLst/>
              <a:defRPr/>
            </a:pPr>
            <a:r>
              <a:rPr kumimoji="0" sz="1600" b="0" i="0" u="none" strike="noStrike" kern="1200" cap="none" spc="0" normalizeH="0" baseline="0" noProof="0">
                <a:ln>
                  <a:noFill/>
                </a:ln>
                <a:solidFill>
                  <a:srgbClr val="44546A"/>
                </a:solidFill>
                <a:effectLst/>
                <a:uLnTx/>
                <a:uFillTx/>
                <a:latin typeface="Times New Roman" panose="02020603050405020304" pitchFamily="18" charset="0"/>
                <a:cs typeface="Times New Roman" panose="02020603050405020304" pitchFamily="18" charset="0"/>
              </a:rPr>
              <a:t>Large companies</a:t>
            </a:r>
          </a:p>
          <a:p>
            <a:pPr marL="0" marR="0" lvl="0" indent="0" algn="l" defTabSz="914400" rtl="0" eaLnBrk="1" fontAlgn="auto" latinLnBrk="0" hangingPunct="1">
              <a:lnSpc>
                <a:spcPct val="100000"/>
              </a:lnSpc>
              <a:spcBef>
                <a:spcPts val="0"/>
              </a:spcBef>
              <a:spcAft>
                <a:spcPts val="600"/>
              </a:spcAft>
              <a:buClrTx/>
              <a:buSzTx/>
              <a:buFont typeface="Arial"/>
              <a:buChar char="•"/>
              <a:tabLst/>
              <a:defRPr/>
            </a:pPr>
            <a:r>
              <a:rPr kumimoji="0" sz="1600" b="0" i="0" u="none" strike="noStrike" kern="1200" cap="none" spc="0" normalizeH="0" baseline="0" noProof="0">
                <a:ln>
                  <a:noFill/>
                </a:ln>
                <a:solidFill>
                  <a:srgbClr val="44546A"/>
                </a:solidFill>
                <a:effectLst/>
                <a:uLnTx/>
                <a:uFillTx/>
                <a:latin typeface="Times New Roman" panose="02020603050405020304" pitchFamily="18" charset="0"/>
                <a:cs typeface="Times New Roman" panose="02020603050405020304" pitchFamily="18" charset="0"/>
              </a:rPr>
              <a:t>Microsoft Azure users</a:t>
            </a:r>
          </a:p>
          <a:p>
            <a:pPr marL="0" marR="0" lvl="0" indent="0" algn="l" defTabSz="914400" rtl="0" eaLnBrk="1" fontAlgn="auto" latinLnBrk="0" hangingPunct="1">
              <a:lnSpc>
                <a:spcPct val="100000"/>
              </a:lnSpc>
              <a:spcBef>
                <a:spcPts val="0"/>
              </a:spcBef>
              <a:spcAft>
                <a:spcPts val="600"/>
              </a:spcAft>
              <a:buClrTx/>
              <a:buSzTx/>
              <a:buFont typeface="Arial"/>
              <a:buChar char="•"/>
              <a:tabLst/>
              <a:defRPr/>
            </a:pPr>
            <a:r>
              <a:rPr kumimoji="0" sz="1600" b="0" i="0" u="none" strike="noStrike" kern="1200" cap="none" spc="0" normalizeH="0" baseline="0" noProof="0">
                <a:ln>
                  <a:noFill/>
                </a:ln>
                <a:solidFill>
                  <a:srgbClr val="44546A"/>
                </a:solidFill>
                <a:effectLst/>
                <a:uLnTx/>
                <a:uFillTx/>
                <a:latin typeface="Times New Roman" panose="02020603050405020304" pitchFamily="18" charset="0"/>
                <a:cs typeface="Times New Roman" panose="02020603050405020304" pitchFamily="18" charset="0"/>
              </a:rPr>
              <a:t>Enterprise teams</a:t>
            </a:r>
          </a:p>
        </p:txBody>
      </p:sp>
      <p:sp>
        <p:nvSpPr>
          <p:cNvPr id="39" name="TextBox 38"/>
          <p:cNvSpPr txBox="1"/>
          <p:nvPr/>
        </p:nvSpPr>
        <p:spPr>
          <a:xfrm>
            <a:off x="8339328" y="4160520"/>
            <a:ext cx="2944368" cy="21544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00A4EF"/>
                </a:solidFill>
                <a:effectLst/>
                <a:uLnTx/>
                <a:uFillTx/>
                <a:latin typeface="Times New Roman" panose="02020603050405020304" pitchFamily="18" charset="0"/>
                <a:cs typeface="Times New Roman" panose="02020603050405020304" pitchFamily="18" charset="0"/>
              </a:rPr>
              <a:t>WHY?</a:t>
            </a:r>
          </a:p>
        </p:txBody>
      </p:sp>
      <p:sp>
        <p:nvSpPr>
          <p:cNvPr id="40" name="TextBox 39"/>
          <p:cNvSpPr txBox="1"/>
          <p:nvPr/>
        </p:nvSpPr>
        <p:spPr>
          <a:xfrm>
            <a:off x="8339328" y="4480560"/>
            <a:ext cx="2944368" cy="1215717"/>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600"/>
              </a:spcAft>
              <a:buClrTx/>
              <a:buSzTx/>
              <a:buFont typeface="Arial"/>
              <a:buChar char="•"/>
              <a:tabLst/>
              <a:defRPr/>
            </a:pPr>
            <a:r>
              <a:rPr kumimoji="0" sz="1600" b="0" i="0" u="none" strike="noStrike" kern="1200" cap="none" spc="0" normalizeH="0" baseline="0" noProof="0">
                <a:ln>
                  <a:noFill/>
                </a:ln>
                <a:solidFill>
                  <a:srgbClr val="44546A"/>
                </a:solidFill>
                <a:effectLst/>
                <a:uLnTx/>
                <a:uFillTx/>
                <a:latin typeface="Times New Roman" panose="02020603050405020304" pitchFamily="18" charset="0"/>
                <a:cs typeface="Times New Roman" panose="02020603050405020304" pitchFamily="18" charset="0"/>
              </a:rPr>
              <a:t>Work items</a:t>
            </a:r>
          </a:p>
          <a:p>
            <a:pPr marL="0" marR="0" lvl="0" indent="0" algn="l" defTabSz="914400" rtl="0" eaLnBrk="1" fontAlgn="auto" latinLnBrk="0" hangingPunct="1">
              <a:lnSpc>
                <a:spcPct val="100000"/>
              </a:lnSpc>
              <a:spcBef>
                <a:spcPts val="0"/>
              </a:spcBef>
              <a:spcAft>
                <a:spcPts val="600"/>
              </a:spcAft>
              <a:buClrTx/>
              <a:buSzTx/>
              <a:buFont typeface="Arial"/>
              <a:buChar char="•"/>
              <a:tabLst/>
              <a:defRPr/>
            </a:pPr>
            <a:r>
              <a:rPr kumimoji="0" sz="1600" b="0" i="0" u="none" strike="noStrike" kern="1200" cap="none" spc="0" normalizeH="0" baseline="0" noProof="0">
                <a:ln>
                  <a:noFill/>
                </a:ln>
                <a:solidFill>
                  <a:srgbClr val="44546A"/>
                </a:solidFill>
                <a:effectLst/>
                <a:uLnTx/>
                <a:uFillTx/>
                <a:latin typeface="Times New Roman" panose="02020603050405020304" pitchFamily="18" charset="0"/>
                <a:cs typeface="Times New Roman" panose="02020603050405020304" pitchFamily="18" charset="0"/>
              </a:rPr>
              <a:t>Sprint planning</a:t>
            </a:r>
          </a:p>
          <a:p>
            <a:pPr marL="0" marR="0" lvl="0" indent="0" algn="l" defTabSz="914400" rtl="0" eaLnBrk="1" fontAlgn="auto" latinLnBrk="0" hangingPunct="1">
              <a:lnSpc>
                <a:spcPct val="100000"/>
              </a:lnSpc>
              <a:spcBef>
                <a:spcPts val="0"/>
              </a:spcBef>
              <a:spcAft>
                <a:spcPts val="600"/>
              </a:spcAft>
              <a:buClrTx/>
              <a:buSzTx/>
              <a:buFont typeface="Arial"/>
              <a:buChar char="•"/>
              <a:tabLst/>
              <a:defRPr/>
            </a:pPr>
            <a:r>
              <a:rPr kumimoji="0" sz="1600" b="0" i="0" u="none" strike="noStrike" kern="1200" cap="none" spc="0" normalizeH="0" baseline="0" noProof="0">
                <a:ln>
                  <a:noFill/>
                </a:ln>
                <a:solidFill>
                  <a:srgbClr val="44546A"/>
                </a:solidFill>
                <a:effectLst/>
                <a:uLnTx/>
                <a:uFillTx/>
                <a:latin typeface="Times New Roman" panose="02020603050405020304" pitchFamily="18" charset="0"/>
                <a:cs typeface="Times New Roman" panose="02020603050405020304" pitchFamily="18" charset="0"/>
              </a:rPr>
              <a:t>Azure Pipelines integration</a:t>
            </a:r>
          </a:p>
          <a:p>
            <a:pPr marL="0" marR="0" lvl="0" indent="0" algn="l" defTabSz="914400" rtl="0" eaLnBrk="1" fontAlgn="auto" latinLnBrk="0" hangingPunct="1">
              <a:lnSpc>
                <a:spcPct val="100000"/>
              </a:lnSpc>
              <a:spcBef>
                <a:spcPts val="0"/>
              </a:spcBef>
              <a:spcAft>
                <a:spcPts val="600"/>
              </a:spcAft>
              <a:buClrTx/>
              <a:buSzTx/>
              <a:buFont typeface="Arial"/>
              <a:buChar char="•"/>
              <a:tabLst/>
              <a:defRPr/>
            </a:pPr>
            <a:r>
              <a:rPr kumimoji="0" sz="1600" b="0" i="0" u="none" strike="noStrike" kern="1200" cap="none" spc="0" normalizeH="0" baseline="0" noProof="0">
                <a:ln>
                  <a:noFill/>
                </a:ln>
                <a:solidFill>
                  <a:srgbClr val="44546A"/>
                </a:solidFill>
                <a:effectLst/>
                <a:uLnTx/>
                <a:uFillTx/>
                <a:latin typeface="Times New Roman" panose="02020603050405020304" pitchFamily="18" charset="0"/>
                <a:cs typeface="Times New Roman" panose="02020603050405020304" pitchFamily="18" charset="0"/>
              </a:rPr>
              <a:t>End-to-end DevOps</a:t>
            </a:r>
          </a:p>
        </p:txBody>
      </p:sp>
    </p:spTree>
    <p:extLst>
      <p:ext uri="{BB962C8B-B14F-4D97-AF65-F5344CB8AC3E}">
        <p14:creationId xmlns:p14="http://schemas.microsoft.com/office/powerpoint/2010/main" val="21311041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0B10833-11AC-1BDA-84FB-80309AAB9BE4}"/>
            </a:ext>
          </a:extLst>
        </p:cNvPr>
        <p:cNvGrpSpPr/>
        <p:nvPr/>
      </p:nvGrpSpPr>
      <p:grpSpPr>
        <a:xfrm>
          <a:off x="0" y="0"/>
          <a:ext cx="0" cy="0"/>
          <a:chOff x="0" y="0"/>
          <a:chExt cx="0" cy="0"/>
        </a:xfrm>
      </p:grpSpPr>
      <p:sp>
        <p:nvSpPr>
          <p:cNvPr id="9" name="TextBox 8"/>
          <p:cNvSpPr txBox="1"/>
          <p:nvPr/>
        </p:nvSpPr>
        <p:spPr>
          <a:xfrm>
            <a:off x="652272" y="306070"/>
            <a:ext cx="10881360" cy="914400"/>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3800" b="1" i="0" u="none" strike="noStrike" kern="1200" cap="none" spc="0" normalizeH="0" baseline="0" noProof="0" dirty="0">
                <a:ln>
                  <a:noFill/>
                </a:ln>
                <a:solidFill>
                  <a:srgbClr val="2A3344"/>
                </a:solidFill>
                <a:effectLst/>
                <a:uLnTx/>
                <a:uFillTx/>
                <a:latin typeface="Times New Roman"/>
                <a:ea typeface="+mn-ea"/>
                <a:cs typeface="+mn-cs"/>
              </a:rPr>
              <a:t>Comparison Table</a:t>
            </a:r>
          </a:p>
        </p:txBody>
      </p:sp>
      <p:sp>
        <p:nvSpPr>
          <p:cNvPr id="10" name="Rectangle 9"/>
          <p:cNvSpPr/>
          <p:nvPr/>
        </p:nvSpPr>
        <p:spPr>
          <a:xfrm>
            <a:off x="658368" y="960120"/>
            <a:ext cx="502920" cy="63500"/>
          </a:xfrm>
          <a:prstGeom prst="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11" name="Table 10"/>
          <p:cNvGraphicFramePr>
            <a:graphicFrameLocks noGrp="1"/>
          </p:cNvGraphicFramePr>
          <p:nvPr>
            <p:extLst>
              <p:ext uri="{D42A27DB-BD31-4B8C-83A1-F6EECF244321}">
                <p14:modId xmlns:p14="http://schemas.microsoft.com/office/powerpoint/2010/main" val="1880087612"/>
              </p:ext>
            </p:extLst>
          </p:nvPr>
        </p:nvGraphicFramePr>
        <p:xfrm>
          <a:off x="658368" y="1417320"/>
          <a:ext cx="10881360" cy="4709160"/>
        </p:xfrm>
        <a:graphic>
          <a:graphicData uri="http://schemas.openxmlformats.org/drawingml/2006/table">
            <a:tbl>
              <a:tblPr>
                <a:tableStyleId>{5C22544A-7EE6-4342-B048-85BDC9FD1C3A}</a:tableStyleId>
              </a:tblPr>
              <a:tblGrid>
                <a:gridCol w="292608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gridCol w="2651760">
                  <a:extLst>
                    <a:ext uri="{9D8B030D-6E8A-4147-A177-3AD203B41FA5}">
                      <a16:colId xmlns:a16="http://schemas.microsoft.com/office/drawing/2014/main" val="20003"/>
                    </a:ext>
                  </a:extLst>
                </a:gridCol>
              </a:tblGrid>
              <a:tr h="470916">
                <a:tc>
                  <a:txBody>
                    <a:bodyPr/>
                    <a:lstStyle/>
                    <a:p>
                      <a:pPr algn="l"/>
                      <a:r>
                        <a:rPr sz="1600" b="1" dirty="0">
                          <a:solidFill>
                            <a:srgbClr val="FFFFFF"/>
                          </a:solidFill>
                          <a:latin typeface="Times New Roman"/>
                        </a:rPr>
                        <a:t>Feature</a:t>
                      </a:r>
                    </a:p>
                  </a:txBody>
                  <a:tcPr marT="76200" marB="76200" anchor="ctr">
                    <a:solidFill>
                      <a:srgbClr val="44546A"/>
                    </a:solidFill>
                  </a:tcPr>
                </a:tc>
                <a:tc>
                  <a:txBody>
                    <a:bodyPr/>
                    <a:lstStyle/>
                    <a:p>
                      <a:pPr algn="ctr"/>
                      <a:r>
                        <a:rPr sz="1600" b="1">
                          <a:solidFill>
                            <a:srgbClr val="FFFFFF"/>
                          </a:solidFill>
                          <a:latin typeface="Times New Roman"/>
                        </a:rPr>
                        <a:t>Trello</a:t>
                      </a:r>
                    </a:p>
                  </a:txBody>
                  <a:tcPr marT="76200" marB="76200" anchor="ctr">
                    <a:solidFill>
                      <a:srgbClr val="2CA58D"/>
                    </a:solidFill>
                  </a:tcPr>
                </a:tc>
                <a:tc>
                  <a:txBody>
                    <a:bodyPr/>
                    <a:lstStyle/>
                    <a:p>
                      <a:pPr algn="ctr"/>
                      <a:r>
                        <a:rPr sz="1600" b="1">
                          <a:solidFill>
                            <a:srgbClr val="FFFFFF"/>
                          </a:solidFill>
                          <a:latin typeface="Times New Roman"/>
                        </a:rPr>
                        <a:t>Jira</a:t>
                      </a:r>
                    </a:p>
                  </a:txBody>
                  <a:tcPr marT="76200" marB="76200" anchor="ctr">
                    <a:solidFill>
                      <a:srgbClr val="2F5FDE"/>
                    </a:solidFill>
                  </a:tcPr>
                </a:tc>
                <a:tc>
                  <a:txBody>
                    <a:bodyPr/>
                    <a:lstStyle/>
                    <a:p>
                      <a:pPr algn="ctr"/>
                      <a:r>
                        <a:rPr sz="1600" b="1">
                          <a:solidFill>
                            <a:srgbClr val="FFFFFF"/>
                          </a:solidFill>
                          <a:latin typeface="Times New Roman"/>
                        </a:rPr>
                        <a:t>Azure Boards</a:t>
                      </a:r>
                    </a:p>
                  </a:txBody>
                  <a:tcPr marT="76200" marB="76200" anchor="ctr">
                    <a:solidFill>
                      <a:srgbClr val="00A4EF"/>
                    </a:solidFill>
                  </a:tcPr>
                </a:tc>
                <a:extLst>
                  <a:ext uri="{0D108BD9-81ED-4DB2-BD59-A6C34878D82A}">
                    <a16:rowId xmlns:a16="http://schemas.microsoft.com/office/drawing/2014/main" val="10000"/>
                  </a:ext>
                </a:extLst>
              </a:tr>
              <a:tr h="470916">
                <a:tc>
                  <a:txBody>
                    <a:bodyPr/>
                    <a:lstStyle/>
                    <a:p>
                      <a:pPr algn="l"/>
                      <a:r>
                        <a:rPr sz="1400" b="1">
                          <a:solidFill>
                            <a:srgbClr val="2A3344"/>
                          </a:solidFill>
                          <a:latin typeface="Calibri"/>
                        </a:rPr>
                        <a:t>Ease of Use</a:t>
                      </a:r>
                    </a:p>
                  </a:txBody>
                  <a:tcPr marT="50800" marB="50800" anchor="ctr">
                    <a:solidFill>
                      <a:srgbClr val="FFFFFF"/>
                    </a:solidFill>
                  </a:tcPr>
                </a:tc>
                <a:tc>
                  <a:txBody>
                    <a:bodyPr/>
                    <a:lstStyle/>
                    <a:p>
                      <a:pPr algn="ctr"/>
                      <a:r>
                        <a:rPr sz="1400" b="0">
                          <a:solidFill>
                            <a:srgbClr val="44546A"/>
                          </a:solidFill>
                          <a:latin typeface="Calibri"/>
                        </a:rPr>
                        <a:t>Excellent</a:t>
                      </a:r>
                    </a:p>
                  </a:txBody>
                  <a:tcPr marT="50800" marB="50800" anchor="ctr">
                    <a:solidFill>
                      <a:srgbClr val="FFFFFF"/>
                    </a:solidFill>
                  </a:tcPr>
                </a:tc>
                <a:tc>
                  <a:txBody>
                    <a:bodyPr/>
                    <a:lstStyle/>
                    <a:p>
                      <a:pPr algn="ctr"/>
                      <a:r>
                        <a:rPr sz="1400" b="0">
                          <a:solidFill>
                            <a:srgbClr val="44546A"/>
                          </a:solidFill>
                          <a:latin typeface="Calibri"/>
                        </a:rPr>
                        <a:t>Very Good</a:t>
                      </a:r>
                    </a:p>
                  </a:txBody>
                  <a:tcPr marT="50800" marB="50800" anchor="ctr">
                    <a:solidFill>
                      <a:srgbClr val="FFFFFF"/>
                    </a:solidFill>
                  </a:tcPr>
                </a:tc>
                <a:tc>
                  <a:txBody>
                    <a:bodyPr/>
                    <a:lstStyle/>
                    <a:p>
                      <a:pPr algn="ctr"/>
                      <a:r>
                        <a:rPr sz="1400" b="0">
                          <a:solidFill>
                            <a:srgbClr val="44546A"/>
                          </a:solidFill>
                          <a:latin typeface="Calibri"/>
                        </a:rPr>
                        <a:t>Good</a:t>
                      </a:r>
                    </a:p>
                  </a:txBody>
                  <a:tcPr marT="50800" marB="50800" anchor="ctr">
                    <a:solidFill>
                      <a:srgbClr val="FFFFFF"/>
                    </a:solidFill>
                  </a:tcPr>
                </a:tc>
                <a:extLst>
                  <a:ext uri="{0D108BD9-81ED-4DB2-BD59-A6C34878D82A}">
                    <a16:rowId xmlns:a16="http://schemas.microsoft.com/office/drawing/2014/main" val="10001"/>
                  </a:ext>
                </a:extLst>
              </a:tr>
              <a:tr h="470916">
                <a:tc>
                  <a:txBody>
                    <a:bodyPr/>
                    <a:lstStyle/>
                    <a:p>
                      <a:pPr algn="l"/>
                      <a:r>
                        <a:rPr sz="1400" b="1">
                          <a:solidFill>
                            <a:srgbClr val="2A3344"/>
                          </a:solidFill>
                          <a:latin typeface="Calibri"/>
                        </a:rPr>
                        <a:t>Best For</a:t>
                      </a:r>
                    </a:p>
                  </a:txBody>
                  <a:tcPr marT="50800" marB="50800" anchor="ctr">
                    <a:solidFill>
                      <a:srgbClr val="F2F3F5"/>
                    </a:solidFill>
                  </a:tcPr>
                </a:tc>
                <a:tc>
                  <a:txBody>
                    <a:bodyPr/>
                    <a:lstStyle/>
                    <a:p>
                      <a:pPr algn="ctr"/>
                      <a:r>
                        <a:rPr sz="1400" b="0">
                          <a:solidFill>
                            <a:srgbClr val="44546A"/>
                          </a:solidFill>
                          <a:latin typeface="Calibri"/>
                        </a:rPr>
                        <a:t>Students</a:t>
                      </a:r>
                    </a:p>
                  </a:txBody>
                  <a:tcPr marT="50800" marB="50800" anchor="ctr">
                    <a:solidFill>
                      <a:srgbClr val="F2F3F5"/>
                    </a:solidFill>
                  </a:tcPr>
                </a:tc>
                <a:tc>
                  <a:txBody>
                    <a:bodyPr/>
                    <a:lstStyle/>
                    <a:p>
                      <a:pPr algn="ctr"/>
                      <a:r>
                        <a:rPr sz="1400" b="0">
                          <a:solidFill>
                            <a:srgbClr val="44546A"/>
                          </a:solidFill>
                          <a:latin typeface="Calibri"/>
                        </a:rPr>
                        <a:t>Agile Teams</a:t>
                      </a:r>
                    </a:p>
                  </a:txBody>
                  <a:tcPr marT="50800" marB="50800" anchor="ctr">
                    <a:solidFill>
                      <a:srgbClr val="F2F3F5"/>
                    </a:solidFill>
                  </a:tcPr>
                </a:tc>
                <a:tc>
                  <a:txBody>
                    <a:bodyPr/>
                    <a:lstStyle/>
                    <a:p>
                      <a:pPr algn="ctr"/>
                      <a:r>
                        <a:rPr sz="1400" b="0">
                          <a:solidFill>
                            <a:srgbClr val="44546A"/>
                          </a:solidFill>
                          <a:latin typeface="Calibri"/>
                        </a:rPr>
                        <a:t>Enterprises</a:t>
                      </a:r>
                    </a:p>
                  </a:txBody>
                  <a:tcPr marT="50800" marB="50800" anchor="ctr">
                    <a:solidFill>
                      <a:srgbClr val="F2F3F5"/>
                    </a:solidFill>
                  </a:tcPr>
                </a:tc>
                <a:extLst>
                  <a:ext uri="{0D108BD9-81ED-4DB2-BD59-A6C34878D82A}">
                    <a16:rowId xmlns:a16="http://schemas.microsoft.com/office/drawing/2014/main" val="10002"/>
                  </a:ext>
                </a:extLst>
              </a:tr>
              <a:tr h="470916">
                <a:tc>
                  <a:txBody>
                    <a:bodyPr/>
                    <a:lstStyle/>
                    <a:p>
                      <a:pPr algn="l"/>
                      <a:r>
                        <a:rPr sz="1400" b="1">
                          <a:solidFill>
                            <a:srgbClr val="2A3344"/>
                          </a:solidFill>
                          <a:latin typeface="Calibri"/>
                        </a:rPr>
                        <a:t>Learning Curve</a:t>
                      </a:r>
                    </a:p>
                  </a:txBody>
                  <a:tcPr marT="50800" marB="50800" anchor="ctr">
                    <a:solidFill>
                      <a:srgbClr val="FFFFFF"/>
                    </a:solidFill>
                  </a:tcPr>
                </a:tc>
                <a:tc>
                  <a:txBody>
                    <a:bodyPr/>
                    <a:lstStyle/>
                    <a:p>
                      <a:pPr algn="ctr"/>
                      <a:r>
                        <a:rPr sz="1400" b="0">
                          <a:solidFill>
                            <a:srgbClr val="44546A"/>
                          </a:solidFill>
                          <a:latin typeface="Calibri"/>
                        </a:rPr>
                        <a:t>Easy</a:t>
                      </a:r>
                    </a:p>
                  </a:txBody>
                  <a:tcPr marT="50800" marB="50800" anchor="ctr">
                    <a:solidFill>
                      <a:srgbClr val="FFFFFF"/>
                    </a:solidFill>
                  </a:tcPr>
                </a:tc>
                <a:tc>
                  <a:txBody>
                    <a:bodyPr/>
                    <a:lstStyle/>
                    <a:p>
                      <a:pPr algn="ctr"/>
                      <a:r>
                        <a:rPr sz="1400" b="0">
                          <a:solidFill>
                            <a:srgbClr val="44546A"/>
                          </a:solidFill>
                          <a:latin typeface="Calibri"/>
                        </a:rPr>
                        <a:t>Moderate</a:t>
                      </a:r>
                    </a:p>
                  </a:txBody>
                  <a:tcPr marT="50800" marB="50800" anchor="ctr">
                    <a:solidFill>
                      <a:srgbClr val="FFFFFF"/>
                    </a:solidFill>
                  </a:tcPr>
                </a:tc>
                <a:tc>
                  <a:txBody>
                    <a:bodyPr/>
                    <a:lstStyle/>
                    <a:p>
                      <a:pPr algn="ctr"/>
                      <a:r>
                        <a:rPr sz="1400" b="0">
                          <a:solidFill>
                            <a:srgbClr val="44546A"/>
                          </a:solidFill>
                          <a:latin typeface="Calibri"/>
                        </a:rPr>
                        <a:t>Moderate</a:t>
                      </a:r>
                    </a:p>
                  </a:txBody>
                  <a:tcPr marT="50800" marB="50800" anchor="ctr">
                    <a:solidFill>
                      <a:srgbClr val="FFFFFF"/>
                    </a:solidFill>
                  </a:tcPr>
                </a:tc>
                <a:extLst>
                  <a:ext uri="{0D108BD9-81ED-4DB2-BD59-A6C34878D82A}">
                    <a16:rowId xmlns:a16="http://schemas.microsoft.com/office/drawing/2014/main" val="10003"/>
                  </a:ext>
                </a:extLst>
              </a:tr>
              <a:tr h="470916">
                <a:tc>
                  <a:txBody>
                    <a:bodyPr/>
                    <a:lstStyle/>
                    <a:p>
                      <a:pPr algn="l"/>
                      <a:r>
                        <a:rPr sz="1400" b="1">
                          <a:solidFill>
                            <a:srgbClr val="2A3344"/>
                          </a:solidFill>
                          <a:latin typeface="Calibri"/>
                        </a:rPr>
                        <a:t>Agile Support</a:t>
                      </a:r>
                    </a:p>
                  </a:txBody>
                  <a:tcPr marT="50800" marB="50800" anchor="ctr">
                    <a:solidFill>
                      <a:srgbClr val="F2F3F5"/>
                    </a:solidFill>
                  </a:tcPr>
                </a:tc>
                <a:tc>
                  <a:txBody>
                    <a:bodyPr/>
                    <a:lstStyle/>
                    <a:p>
                      <a:pPr algn="ctr"/>
                      <a:r>
                        <a:rPr sz="1400" b="0">
                          <a:solidFill>
                            <a:srgbClr val="44546A"/>
                          </a:solidFill>
                          <a:latin typeface="Calibri"/>
                        </a:rPr>
                        <a:t>Basic</a:t>
                      </a:r>
                    </a:p>
                  </a:txBody>
                  <a:tcPr marT="50800" marB="50800" anchor="ctr">
                    <a:solidFill>
                      <a:srgbClr val="F2F3F5"/>
                    </a:solidFill>
                  </a:tcPr>
                </a:tc>
                <a:tc>
                  <a:txBody>
                    <a:bodyPr/>
                    <a:lstStyle/>
                    <a:p>
                      <a:pPr algn="ctr"/>
                      <a:r>
                        <a:rPr sz="1400" b="0">
                          <a:solidFill>
                            <a:srgbClr val="44546A"/>
                          </a:solidFill>
                          <a:latin typeface="Calibri"/>
                        </a:rPr>
                        <a:t>Excellent</a:t>
                      </a:r>
                    </a:p>
                  </a:txBody>
                  <a:tcPr marT="50800" marB="50800" anchor="ctr">
                    <a:solidFill>
                      <a:srgbClr val="F2F3F5"/>
                    </a:solidFill>
                  </a:tcPr>
                </a:tc>
                <a:tc>
                  <a:txBody>
                    <a:bodyPr/>
                    <a:lstStyle/>
                    <a:p>
                      <a:pPr algn="ctr"/>
                      <a:r>
                        <a:rPr sz="1400" b="0">
                          <a:solidFill>
                            <a:srgbClr val="44546A"/>
                          </a:solidFill>
                          <a:latin typeface="Calibri"/>
                        </a:rPr>
                        <a:t>Excellent</a:t>
                      </a:r>
                    </a:p>
                  </a:txBody>
                  <a:tcPr marT="50800" marB="50800" anchor="ctr">
                    <a:solidFill>
                      <a:srgbClr val="F2F3F5"/>
                    </a:solidFill>
                  </a:tcPr>
                </a:tc>
                <a:extLst>
                  <a:ext uri="{0D108BD9-81ED-4DB2-BD59-A6C34878D82A}">
                    <a16:rowId xmlns:a16="http://schemas.microsoft.com/office/drawing/2014/main" val="10004"/>
                  </a:ext>
                </a:extLst>
              </a:tr>
              <a:tr h="470916">
                <a:tc>
                  <a:txBody>
                    <a:bodyPr/>
                    <a:lstStyle/>
                    <a:p>
                      <a:pPr algn="l"/>
                      <a:r>
                        <a:rPr sz="1400" b="1">
                          <a:solidFill>
                            <a:srgbClr val="2A3344"/>
                          </a:solidFill>
                          <a:latin typeface="Calibri"/>
                        </a:rPr>
                        <a:t>Scrum Support</a:t>
                      </a:r>
                    </a:p>
                  </a:txBody>
                  <a:tcPr marT="50800" marB="50800" anchor="ctr">
                    <a:solidFill>
                      <a:srgbClr val="FFFFFF"/>
                    </a:solidFill>
                  </a:tcPr>
                </a:tc>
                <a:tc>
                  <a:txBody>
                    <a:bodyPr/>
                    <a:lstStyle/>
                    <a:p>
                      <a:pPr algn="ctr"/>
                      <a:r>
                        <a:rPr sz="1400" b="0">
                          <a:solidFill>
                            <a:srgbClr val="44546A"/>
                          </a:solidFill>
                          <a:latin typeface="Calibri"/>
                        </a:rPr>
                        <a:t>Limited</a:t>
                      </a:r>
                    </a:p>
                  </a:txBody>
                  <a:tcPr marT="50800" marB="50800" anchor="ctr">
                    <a:solidFill>
                      <a:srgbClr val="FFFFFF"/>
                    </a:solidFill>
                  </a:tcPr>
                </a:tc>
                <a:tc>
                  <a:txBody>
                    <a:bodyPr/>
                    <a:lstStyle/>
                    <a:p>
                      <a:pPr algn="ctr"/>
                      <a:r>
                        <a:rPr sz="1400" b="0">
                          <a:solidFill>
                            <a:srgbClr val="44546A"/>
                          </a:solidFill>
                          <a:latin typeface="Calibri"/>
                        </a:rPr>
                        <a:t>Excellent</a:t>
                      </a:r>
                    </a:p>
                  </a:txBody>
                  <a:tcPr marT="50800" marB="50800" anchor="ctr">
                    <a:solidFill>
                      <a:srgbClr val="FFFFFF"/>
                    </a:solidFill>
                  </a:tcPr>
                </a:tc>
                <a:tc>
                  <a:txBody>
                    <a:bodyPr/>
                    <a:lstStyle/>
                    <a:p>
                      <a:pPr algn="ctr"/>
                      <a:r>
                        <a:rPr sz="1400" b="0">
                          <a:solidFill>
                            <a:srgbClr val="44546A"/>
                          </a:solidFill>
                          <a:latin typeface="Calibri"/>
                        </a:rPr>
                        <a:t>Excellent</a:t>
                      </a:r>
                    </a:p>
                  </a:txBody>
                  <a:tcPr marT="50800" marB="50800" anchor="ctr">
                    <a:solidFill>
                      <a:srgbClr val="FFFFFF"/>
                    </a:solidFill>
                  </a:tcPr>
                </a:tc>
                <a:extLst>
                  <a:ext uri="{0D108BD9-81ED-4DB2-BD59-A6C34878D82A}">
                    <a16:rowId xmlns:a16="http://schemas.microsoft.com/office/drawing/2014/main" val="10005"/>
                  </a:ext>
                </a:extLst>
              </a:tr>
              <a:tr h="470916">
                <a:tc>
                  <a:txBody>
                    <a:bodyPr/>
                    <a:lstStyle/>
                    <a:p>
                      <a:pPr algn="l"/>
                      <a:r>
                        <a:rPr sz="1400" b="1">
                          <a:solidFill>
                            <a:srgbClr val="2A3344"/>
                          </a:solidFill>
                          <a:latin typeface="Calibri"/>
                        </a:rPr>
                        <a:t>Kanban Boards</a:t>
                      </a:r>
                    </a:p>
                  </a:txBody>
                  <a:tcPr marT="50800" marB="50800" anchor="ctr">
                    <a:solidFill>
                      <a:srgbClr val="F2F3F5"/>
                    </a:solidFill>
                  </a:tcPr>
                </a:tc>
                <a:tc>
                  <a:txBody>
                    <a:bodyPr/>
                    <a:lstStyle/>
                    <a:p>
                      <a:pPr algn="ctr"/>
                      <a:r>
                        <a:rPr sz="1400" b="0">
                          <a:solidFill>
                            <a:srgbClr val="44546A"/>
                          </a:solidFill>
                          <a:latin typeface="Calibri"/>
                        </a:rPr>
                        <a:t>Yes</a:t>
                      </a:r>
                    </a:p>
                  </a:txBody>
                  <a:tcPr marT="50800" marB="50800" anchor="ctr">
                    <a:solidFill>
                      <a:srgbClr val="F2F3F5"/>
                    </a:solidFill>
                  </a:tcPr>
                </a:tc>
                <a:tc>
                  <a:txBody>
                    <a:bodyPr/>
                    <a:lstStyle/>
                    <a:p>
                      <a:pPr algn="ctr"/>
                      <a:r>
                        <a:rPr sz="1400" b="0">
                          <a:solidFill>
                            <a:srgbClr val="44546A"/>
                          </a:solidFill>
                          <a:latin typeface="Calibri"/>
                        </a:rPr>
                        <a:t>Yes</a:t>
                      </a:r>
                    </a:p>
                  </a:txBody>
                  <a:tcPr marT="50800" marB="50800" anchor="ctr">
                    <a:solidFill>
                      <a:srgbClr val="F2F3F5"/>
                    </a:solidFill>
                  </a:tcPr>
                </a:tc>
                <a:tc>
                  <a:txBody>
                    <a:bodyPr/>
                    <a:lstStyle/>
                    <a:p>
                      <a:pPr algn="ctr"/>
                      <a:r>
                        <a:rPr sz="1400" b="0">
                          <a:solidFill>
                            <a:srgbClr val="44546A"/>
                          </a:solidFill>
                          <a:latin typeface="Calibri"/>
                        </a:rPr>
                        <a:t>Yes</a:t>
                      </a:r>
                    </a:p>
                  </a:txBody>
                  <a:tcPr marT="50800" marB="50800" anchor="ctr">
                    <a:solidFill>
                      <a:srgbClr val="F2F3F5"/>
                    </a:solidFill>
                  </a:tcPr>
                </a:tc>
                <a:extLst>
                  <a:ext uri="{0D108BD9-81ED-4DB2-BD59-A6C34878D82A}">
                    <a16:rowId xmlns:a16="http://schemas.microsoft.com/office/drawing/2014/main" val="10006"/>
                  </a:ext>
                </a:extLst>
              </a:tr>
              <a:tr h="470916">
                <a:tc>
                  <a:txBody>
                    <a:bodyPr/>
                    <a:lstStyle/>
                    <a:p>
                      <a:pPr algn="l"/>
                      <a:r>
                        <a:rPr sz="1400" b="1">
                          <a:solidFill>
                            <a:srgbClr val="2A3344"/>
                          </a:solidFill>
                          <a:latin typeface="Calibri"/>
                        </a:rPr>
                        <a:t>Integrations</a:t>
                      </a:r>
                    </a:p>
                  </a:txBody>
                  <a:tcPr marT="50800" marB="50800" anchor="ctr">
                    <a:solidFill>
                      <a:srgbClr val="FFFFFF"/>
                    </a:solidFill>
                  </a:tcPr>
                </a:tc>
                <a:tc>
                  <a:txBody>
                    <a:bodyPr/>
                    <a:lstStyle/>
                    <a:p>
                      <a:pPr algn="ctr"/>
                      <a:r>
                        <a:rPr sz="1400" b="0">
                          <a:solidFill>
                            <a:srgbClr val="44546A"/>
                          </a:solidFill>
                          <a:latin typeface="Calibri"/>
                        </a:rPr>
                        <a:t>Good</a:t>
                      </a:r>
                    </a:p>
                  </a:txBody>
                  <a:tcPr marT="50800" marB="50800" anchor="ctr">
                    <a:solidFill>
                      <a:srgbClr val="FFFFFF"/>
                    </a:solidFill>
                  </a:tcPr>
                </a:tc>
                <a:tc>
                  <a:txBody>
                    <a:bodyPr/>
                    <a:lstStyle/>
                    <a:p>
                      <a:pPr algn="ctr"/>
                      <a:r>
                        <a:rPr sz="1400" b="0">
                          <a:solidFill>
                            <a:srgbClr val="44546A"/>
                          </a:solidFill>
                          <a:latin typeface="Calibri"/>
                        </a:rPr>
                        <a:t>Excellent</a:t>
                      </a:r>
                    </a:p>
                  </a:txBody>
                  <a:tcPr marT="50800" marB="50800" anchor="ctr">
                    <a:solidFill>
                      <a:srgbClr val="FFFFFF"/>
                    </a:solidFill>
                  </a:tcPr>
                </a:tc>
                <a:tc>
                  <a:txBody>
                    <a:bodyPr/>
                    <a:lstStyle/>
                    <a:p>
                      <a:pPr algn="ctr"/>
                      <a:r>
                        <a:rPr sz="1400" b="0">
                          <a:solidFill>
                            <a:srgbClr val="44546A"/>
                          </a:solidFill>
                          <a:latin typeface="Calibri"/>
                        </a:rPr>
                        <a:t>Excellent</a:t>
                      </a:r>
                    </a:p>
                  </a:txBody>
                  <a:tcPr marT="50800" marB="50800" anchor="ctr">
                    <a:solidFill>
                      <a:srgbClr val="FFFFFF"/>
                    </a:solidFill>
                  </a:tcPr>
                </a:tc>
                <a:extLst>
                  <a:ext uri="{0D108BD9-81ED-4DB2-BD59-A6C34878D82A}">
                    <a16:rowId xmlns:a16="http://schemas.microsoft.com/office/drawing/2014/main" val="10007"/>
                  </a:ext>
                </a:extLst>
              </a:tr>
              <a:tr h="470916">
                <a:tc>
                  <a:txBody>
                    <a:bodyPr/>
                    <a:lstStyle/>
                    <a:p>
                      <a:pPr algn="l"/>
                      <a:r>
                        <a:rPr sz="1400" b="1">
                          <a:solidFill>
                            <a:srgbClr val="2A3344"/>
                          </a:solidFill>
                          <a:latin typeface="Calibri"/>
                        </a:rPr>
                        <a:t>Scalability</a:t>
                      </a:r>
                    </a:p>
                  </a:txBody>
                  <a:tcPr marT="50800" marB="50800" anchor="ctr">
                    <a:solidFill>
                      <a:srgbClr val="F2F3F5"/>
                    </a:solidFill>
                  </a:tcPr>
                </a:tc>
                <a:tc>
                  <a:txBody>
                    <a:bodyPr/>
                    <a:lstStyle/>
                    <a:p>
                      <a:pPr algn="ctr"/>
                      <a:r>
                        <a:rPr sz="1400" b="0">
                          <a:solidFill>
                            <a:srgbClr val="44546A"/>
                          </a:solidFill>
                          <a:latin typeface="Calibri"/>
                        </a:rPr>
                        <a:t>Medium</a:t>
                      </a:r>
                    </a:p>
                  </a:txBody>
                  <a:tcPr marT="50800" marB="50800" anchor="ctr">
                    <a:solidFill>
                      <a:srgbClr val="F2F3F5"/>
                    </a:solidFill>
                  </a:tcPr>
                </a:tc>
                <a:tc>
                  <a:txBody>
                    <a:bodyPr/>
                    <a:lstStyle/>
                    <a:p>
                      <a:pPr algn="ctr"/>
                      <a:r>
                        <a:rPr sz="1400" b="0">
                          <a:solidFill>
                            <a:srgbClr val="44546A"/>
                          </a:solidFill>
                          <a:latin typeface="Calibri"/>
                        </a:rPr>
                        <a:t>High</a:t>
                      </a:r>
                    </a:p>
                  </a:txBody>
                  <a:tcPr marT="50800" marB="50800" anchor="ctr">
                    <a:solidFill>
                      <a:srgbClr val="F2F3F5"/>
                    </a:solidFill>
                  </a:tcPr>
                </a:tc>
                <a:tc>
                  <a:txBody>
                    <a:bodyPr/>
                    <a:lstStyle/>
                    <a:p>
                      <a:pPr algn="ctr"/>
                      <a:r>
                        <a:rPr sz="1400" b="0">
                          <a:solidFill>
                            <a:srgbClr val="44546A"/>
                          </a:solidFill>
                          <a:latin typeface="Calibri"/>
                        </a:rPr>
                        <a:t>High</a:t>
                      </a:r>
                    </a:p>
                  </a:txBody>
                  <a:tcPr marT="50800" marB="50800" anchor="ctr">
                    <a:solidFill>
                      <a:srgbClr val="F2F3F5"/>
                    </a:solidFill>
                  </a:tcPr>
                </a:tc>
                <a:extLst>
                  <a:ext uri="{0D108BD9-81ED-4DB2-BD59-A6C34878D82A}">
                    <a16:rowId xmlns:a16="http://schemas.microsoft.com/office/drawing/2014/main" val="10008"/>
                  </a:ext>
                </a:extLst>
              </a:tr>
              <a:tr h="470916">
                <a:tc>
                  <a:txBody>
                    <a:bodyPr/>
                    <a:lstStyle/>
                    <a:p>
                      <a:pPr algn="l"/>
                      <a:r>
                        <a:rPr sz="1400" b="1">
                          <a:solidFill>
                            <a:srgbClr val="2A3344"/>
                          </a:solidFill>
                          <a:latin typeface="Calibri"/>
                        </a:rPr>
                        <a:t>Cost</a:t>
                      </a:r>
                    </a:p>
                  </a:txBody>
                  <a:tcPr marT="50800" marB="50800" anchor="ctr">
                    <a:solidFill>
                      <a:srgbClr val="FFFFFF"/>
                    </a:solidFill>
                  </a:tcPr>
                </a:tc>
                <a:tc>
                  <a:txBody>
                    <a:bodyPr/>
                    <a:lstStyle/>
                    <a:p>
                      <a:pPr algn="ctr"/>
                      <a:r>
                        <a:rPr sz="1400" b="0">
                          <a:solidFill>
                            <a:srgbClr val="44546A"/>
                          </a:solidFill>
                          <a:latin typeface="Calibri"/>
                        </a:rPr>
                        <a:t>Free tier available</a:t>
                      </a:r>
                    </a:p>
                  </a:txBody>
                  <a:tcPr marT="50800" marB="50800" anchor="ctr">
                    <a:solidFill>
                      <a:srgbClr val="FFFFFF"/>
                    </a:solidFill>
                  </a:tcPr>
                </a:tc>
                <a:tc>
                  <a:txBody>
                    <a:bodyPr/>
                    <a:lstStyle/>
                    <a:p>
                      <a:pPr algn="ctr"/>
                      <a:r>
                        <a:rPr sz="1400" b="0">
                          <a:solidFill>
                            <a:srgbClr val="44546A"/>
                          </a:solidFill>
                          <a:latin typeface="Calibri"/>
                        </a:rPr>
                        <a:t>Paid</a:t>
                      </a:r>
                    </a:p>
                  </a:txBody>
                  <a:tcPr marT="50800" marB="50800" anchor="ctr">
                    <a:solidFill>
                      <a:srgbClr val="FFFFFF"/>
                    </a:solidFill>
                  </a:tcPr>
                </a:tc>
                <a:tc>
                  <a:txBody>
                    <a:bodyPr/>
                    <a:lstStyle/>
                    <a:p>
                      <a:pPr algn="ctr"/>
                      <a:r>
                        <a:rPr sz="1400" b="0" dirty="0">
                          <a:solidFill>
                            <a:srgbClr val="44546A"/>
                          </a:solidFill>
                          <a:latin typeface="Calibri"/>
                        </a:rPr>
                        <a:t>Paid</a:t>
                      </a:r>
                    </a:p>
                  </a:txBody>
                  <a:tcPr marT="50800" marB="50800" anchor="ctr">
                    <a:solidFill>
                      <a:srgbClr val="FFFFFF"/>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41433174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0B10833-11AC-1BDA-84FB-80309AAB9BE4}"/>
            </a:ext>
          </a:extLst>
        </p:cNvPr>
        <p:cNvGrpSpPr/>
        <p:nvPr/>
      </p:nvGrpSpPr>
      <p:grpSpPr>
        <a:xfrm>
          <a:off x="0" y="0"/>
          <a:ext cx="0" cy="0"/>
          <a:chOff x="0" y="0"/>
          <a:chExt cx="0" cy="0"/>
        </a:xfrm>
      </p:grpSpPr>
      <p:sp>
        <p:nvSpPr>
          <p:cNvPr id="9" name="TextBox 8"/>
          <p:cNvSpPr txBox="1"/>
          <p:nvPr/>
        </p:nvSpPr>
        <p:spPr>
          <a:xfrm>
            <a:off x="640080" y="411480"/>
            <a:ext cx="10881360" cy="914400"/>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3800" b="1" i="0" u="none" strike="noStrike" kern="1200" cap="none" spc="0" normalizeH="0" baseline="0" noProof="0">
                <a:ln>
                  <a:noFill/>
                </a:ln>
                <a:solidFill>
                  <a:srgbClr val="2A3344"/>
                </a:solidFill>
                <a:effectLst/>
                <a:uLnTx/>
                <a:uFillTx/>
                <a:latin typeface="Times New Roman"/>
                <a:ea typeface="+mn-ea"/>
                <a:cs typeface="+mn-cs"/>
              </a:rPr>
              <a:t>Conclusion</a:t>
            </a:r>
          </a:p>
        </p:txBody>
      </p:sp>
      <p:sp>
        <p:nvSpPr>
          <p:cNvPr id="10" name="Rectangle 9"/>
          <p:cNvSpPr/>
          <p:nvPr/>
        </p:nvSpPr>
        <p:spPr>
          <a:xfrm>
            <a:off x="658368" y="960120"/>
            <a:ext cx="502920" cy="63500"/>
          </a:xfrm>
          <a:prstGeom prst="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ounded Rectangle 10"/>
          <p:cNvSpPr/>
          <p:nvPr/>
        </p:nvSpPr>
        <p:spPr>
          <a:xfrm>
            <a:off x="658368" y="1325880"/>
            <a:ext cx="10881360" cy="2331720"/>
          </a:xfrm>
          <a:prstGeom prst="roundRect">
            <a:avLst>
              <a:gd name="adj" fmla="val 5000"/>
            </a:avLst>
          </a:prstGeom>
          <a:solidFill>
            <a:srgbClr val="2A33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Oval 11"/>
          <p:cNvSpPr/>
          <p:nvPr/>
        </p:nvSpPr>
        <p:spPr>
          <a:xfrm>
            <a:off x="960120" y="1572768"/>
            <a:ext cx="548640" cy="548640"/>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3" name="Picture 12" descr="iconw_quote.png"/>
          <p:cNvPicPr>
            <a:picLocks noChangeAspect="1"/>
          </p:cNvPicPr>
          <p:nvPr/>
        </p:nvPicPr>
        <p:blipFill>
          <a:blip r:embed="rId2"/>
          <a:stretch>
            <a:fillRect/>
          </a:stretch>
        </p:blipFill>
        <p:spPr>
          <a:xfrm>
            <a:off x="1113739" y="1726387"/>
            <a:ext cx="241402" cy="241402"/>
          </a:xfrm>
          <a:prstGeom prst="rect">
            <a:avLst/>
          </a:prstGeom>
        </p:spPr>
      </p:pic>
      <p:sp>
        <p:nvSpPr>
          <p:cNvPr id="14" name="TextBox 13"/>
          <p:cNvSpPr txBox="1"/>
          <p:nvPr/>
        </p:nvSpPr>
        <p:spPr>
          <a:xfrm>
            <a:off x="1691640" y="1508760"/>
            <a:ext cx="9509760" cy="91440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200" b="1" i="1" u="none" strike="noStrike" kern="1200" cap="none" spc="0" normalizeH="0" baseline="0" noProof="0" dirty="0">
                <a:ln>
                  <a:noFill/>
                </a:ln>
                <a:solidFill>
                  <a:srgbClr val="FFFFFF"/>
                </a:solidFill>
                <a:effectLst/>
                <a:uLnTx/>
                <a:uFillTx/>
                <a:latin typeface="Times New Roman"/>
                <a:ea typeface="+mn-ea"/>
                <a:cs typeface="+mn-cs"/>
              </a:rPr>
              <a:t>Planning is the foundation of the DevOps lifecycle.</a:t>
            </a:r>
          </a:p>
        </p:txBody>
      </p:sp>
      <p:sp>
        <p:nvSpPr>
          <p:cNvPr id="15" name="TextBox 14"/>
          <p:cNvSpPr txBox="1"/>
          <p:nvPr/>
        </p:nvSpPr>
        <p:spPr>
          <a:xfrm>
            <a:off x="1691640" y="2148840"/>
            <a:ext cx="9509760" cy="430887"/>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dirty="0">
                <a:ln>
                  <a:noFill/>
                </a:ln>
                <a:solidFill>
                  <a:srgbClr val="E7E6E6"/>
                </a:solidFill>
                <a:effectLst/>
                <a:uLnTx/>
                <a:uFillTx/>
                <a:latin typeface="Calibri"/>
                <a:ea typeface="+mn-ea"/>
                <a:cs typeface="+mn-cs"/>
              </a:rPr>
              <a:t>Tools like Jira, Trello, and Azure Boards help teams organize tasks,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dirty="0">
                <a:ln>
                  <a:noFill/>
                </a:ln>
                <a:solidFill>
                  <a:srgbClr val="E7E6E6"/>
                </a:solidFill>
                <a:effectLst/>
                <a:uLnTx/>
                <a:uFillTx/>
                <a:latin typeface="Calibri"/>
                <a:ea typeface="+mn-ea"/>
                <a:cs typeface="+mn-cs"/>
              </a:rPr>
              <a:t>collaborate effectively, and track project progress.</a:t>
            </a:r>
          </a:p>
        </p:txBody>
      </p:sp>
      <p:sp>
        <p:nvSpPr>
          <p:cNvPr id="16" name="TextBox 15"/>
          <p:cNvSpPr txBox="1"/>
          <p:nvPr/>
        </p:nvSpPr>
        <p:spPr>
          <a:xfrm>
            <a:off x="1691640" y="3063240"/>
            <a:ext cx="2148840" cy="246221"/>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dirty="0">
                <a:ln>
                  <a:noFill/>
                </a:ln>
                <a:solidFill>
                  <a:srgbClr val="FFC000"/>
                </a:solidFill>
                <a:effectLst/>
                <a:uLnTx/>
                <a:uFillTx/>
                <a:latin typeface="Calibri"/>
                <a:ea typeface="+mn-ea"/>
                <a:cs typeface="+mn-cs"/>
              </a:rPr>
              <a:t>•  Project Size</a:t>
            </a:r>
          </a:p>
        </p:txBody>
      </p:sp>
      <p:sp>
        <p:nvSpPr>
          <p:cNvPr id="17" name="TextBox 16"/>
          <p:cNvSpPr txBox="1"/>
          <p:nvPr/>
        </p:nvSpPr>
        <p:spPr>
          <a:xfrm>
            <a:off x="3552444" y="3063240"/>
            <a:ext cx="2148840" cy="246221"/>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dirty="0">
                <a:ln>
                  <a:noFill/>
                </a:ln>
                <a:solidFill>
                  <a:srgbClr val="FFC000"/>
                </a:solidFill>
                <a:effectLst/>
                <a:uLnTx/>
                <a:uFillTx/>
                <a:latin typeface="Calibri"/>
                <a:ea typeface="+mn-ea"/>
                <a:cs typeface="+mn-cs"/>
              </a:rPr>
              <a:t>•  Team Requirements</a:t>
            </a:r>
          </a:p>
        </p:txBody>
      </p:sp>
      <p:sp>
        <p:nvSpPr>
          <p:cNvPr id="18" name="TextBox 17"/>
          <p:cNvSpPr txBox="1"/>
          <p:nvPr/>
        </p:nvSpPr>
        <p:spPr>
          <a:xfrm>
            <a:off x="6330942" y="3063240"/>
            <a:ext cx="2148840" cy="246221"/>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dirty="0">
                <a:ln>
                  <a:noFill/>
                </a:ln>
                <a:solidFill>
                  <a:srgbClr val="FFC000"/>
                </a:solidFill>
                <a:effectLst/>
                <a:uLnTx/>
                <a:uFillTx/>
                <a:latin typeface="Calibri"/>
                <a:ea typeface="+mn-ea"/>
                <a:cs typeface="+mn-cs"/>
              </a:rPr>
              <a:t>•  Budget</a:t>
            </a:r>
          </a:p>
        </p:txBody>
      </p:sp>
      <p:sp>
        <p:nvSpPr>
          <p:cNvPr id="19" name="TextBox 18"/>
          <p:cNvSpPr txBox="1"/>
          <p:nvPr/>
        </p:nvSpPr>
        <p:spPr>
          <a:xfrm>
            <a:off x="8412480" y="3063240"/>
            <a:ext cx="2148840" cy="246221"/>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a:ln>
                  <a:noFill/>
                </a:ln>
                <a:solidFill>
                  <a:srgbClr val="FFC000"/>
                </a:solidFill>
                <a:effectLst/>
                <a:uLnTx/>
                <a:uFillTx/>
                <a:latin typeface="Calibri"/>
                <a:ea typeface="+mn-ea"/>
                <a:cs typeface="+mn-cs"/>
              </a:rPr>
              <a:t>•  Workflow Complexity</a:t>
            </a:r>
          </a:p>
        </p:txBody>
      </p:sp>
      <p:sp>
        <p:nvSpPr>
          <p:cNvPr id="20" name="Rounded Rectangle 19"/>
          <p:cNvSpPr/>
          <p:nvPr/>
        </p:nvSpPr>
        <p:spPr>
          <a:xfrm>
            <a:off x="658368" y="4160520"/>
            <a:ext cx="3456432" cy="1600200"/>
          </a:xfrm>
          <a:prstGeom prst="roundRect">
            <a:avLst>
              <a:gd name="adj" fmla="val 6000"/>
            </a:avLst>
          </a:prstGeom>
          <a:solidFill>
            <a:srgbClr val="2CA5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TextBox 20"/>
          <p:cNvSpPr txBox="1"/>
          <p:nvPr/>
        </p:nvSpPr>
        <p:spPr>
          <a:xfrm>
            <a:off x="914400" y="4416552"/>
            <a:ext cx="2944368" cy="276999"/>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b="1" i="0" u="none" strike="noStrike" kern="1200" cap="none" spc="0" normalizeH="0" baseline="0" noProof="0">
                <a:ln>
                  <a:noFill/>
                </a:ln>
                <a:solidFill>
                  <a:srgbClr val="FFFFFF"/>
                </a:solidFill>
                <a:effectLst/>
                <a:uLnTx/>
                <a:uFillTx/>
                <a:latin typeface="Times New Roman"/>
                <a:ea typeface="+mn-ea"/>
                <a:cs typeface="+mn-cs"/>
              </a:rPr>
              <a:t>Choose Trello</a:t>
            </a:r>
          </a:p>
        </p:txBody>
      </p:sp>
      <p:sp>
        <p:nvSpPr>
          <p:cNvPr id="22" name="TextBox 21"/>
          <p:cNvSpPr txBox="1"/>
          <p:nvPr/>
        </p:nvSpPr>
        <p:spPr>
          <a:xfrm>
            <a:off x="914400" y="4937760"/>
            <a:ext cx="2944368" cy="21544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a:ln>
                  <a:noFill/>
                </a:ln>
                <a:solidFill>
                  <a:srgbClr val="FFFFFF"/>
                </a:solidFill>
                <a:effectLst/>
                <a:uLnTx/>
                <a:uFillTx/>
                <a:latin typeface="Calibri"/>
                <a:ea typeface="+mn-ea"/>
                <a:cs typeface="+mn-cs"/>
              </a:rPr>
              <a:t>Students, Freelancers, Small Teams</a:t>
            </a:r>
          </a:p>
        </p:txBody>
      </p:sp>
      <p:sp>
        <p:nvSpPr>
          <p:cNvPr id="23" name="Rounded Rectangle 22"/>
          <p:cNvSpPr/>
          <p:nvPr/>
        </p:nvSpPr>
        <p:spPr>
          <a:xfrm>
            <a:off x="4370832" y="4160520"/>
            <a:ext cx="3456432" cy="1600200"/>
          </a:xfrm>
          <a:prstGeom prst="roundRect">
            <a:avLst>
              <a:gd name="adj" fmla="val 6000"/>
            </a:avLst>
          </a:prstGeom>
          <a:solidFill>
            <a:srgbClr val="2F5F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TextBox 23"/>
          <p:cNvSpPr txBox="1"/>
          <p:nvPr/>
        </p:nvSpPr>
        <p:spPr>
          <a:xfrm>
            <a:off x="4626864" y="4416552"/>
            <a:ext cx="2944368" cy="276999"/>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b="1" i="0" u="none" strike="noStrike" kern="1200" cap="none" spc="0" normalizeH="0" baseline="0" noProof="0">
                <a:ln>
                  <a:noFill/>
                </a:ln>
                <a:solidFill>
                  <a:srgbClr val="FFFFFF"/>
                </a:solidFill>
                <a:effectLst/>
                <a:uLnTx/>
                <a:uFillTx/>
                <a:latin typeface="Times New Roman"/>
                <a:ea typeface="+mn-ea"/>
                <a:cs typeface="+mn-cs"/>
              </a:rPr>
              <a:t>Choose Jira</a:t>
            </a:r>
          </a:p>
        </p:txBody>
      </p:sp>
      <p:sp>
        <p:nvSpPr>
          <p:cNvPr id="25" name="TextBox 24"/>
          <p:cNvSpPr txBox="1"/>
          <p:nvPr/>
        </p:nvSpPr>
        <p:spPr>
          <a:xfrm>
            <a:off x="4626864" y="4937760"/>
            <a:ext cx="2944368" cy="21544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a:ln>
                  <a:noFill/>
                </a:ln>
                <a:solidFill>
                  <a:srgbClr val="FFFFFF"/>
                </a:solidFill>
                <a:effectLst/>
                <a:uLnTx/>
                <a:uFillTx/>
                <a:latin typeface="Calibri"/>
                <a:ea typeface="+mn-ea"/>
                <a:cs typeface="+mn-cs"/>
              </a:rPr>
              <a:t>Agile &amp; Scrum Software Development</a:t>
            </a:r>
          </a:p>
        </p:txBody>
      </p:sp>
      <p:sp>
        <p:nvSpPr>
          <p:cNvPr id="26" name="Rounded Rectangle 25"/>
          <p:cNvSpPr/>
          <p:nvPr/>
        </p:nvSpPr>
        <p:spPr>
          <a:xfrm>
            <a:off x="8083296" y="4160520"/>
            <a:ext cx="3456432" cy="1600200"/>
          </a:xfrm>
          <a:prstGeom prst="roundRect">
            <a:avLst>
              <a:gd name="adj" fmla="val 6000"/>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TextBox 26"/>
          <p:cNvSpPr txBox="1"/>
          <p:nvPr/>
        </p:nvSpPr>
        <p:spPr>
          <a:xfrm>
            <a:off x="8339328" y="4416552"/>
            <a:ext cx="2944368" cy="276999"/>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b="1" i="0" u="none" strike="noStrike" kern="1200" cap="none" spc="0" normalizeH="0" baseline="0" noProof="0">
                <a:ln>
                  <a:noFill/>
                </a:ln>
                <a:solidFill>
                  <a:srgbClr val="FFFFFF"/>
                </a:solidFill>
                <a:effectLst/>
                <a:uLnTx/>
                <a:uFillTx/>
                <a:latin typeface="Times New Roman"/>
                <a:ea typeface="+mn-ea"/>
                <a:cs typeface="+mn-cs"/>
              </a:rPr>
              <a:t>Choose Azure Boards</a:t>
            </a:r>
          </a:p>
        </p:txBody>
      </p:sp>
      <p:sp>
        <p:nvSpPr>
          <p:cNvPr id="28" name="TextBox 27"/>
          <p:cNvSpPr txBox="1"/>
          <p:nvPr/>
        </p:nvSpPr>
        <p:spPr>
          <a:xfrm>
            <a:off x="8339328" y="4937760"/>
            <a:ext cx="2944368" cy="430887"/>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a:ln>
                  <a:noFill/>
                </a:ln>
                <a:solidFill>
                  <a:srgbClr val="FFFFFF"/>
                </a:solidFill>
                <a:effectLst/>
                <a:uLnTx/>
                <a:uFillTx/>
                <a:latin typeface="Calibri"/>
                <a:ea typeface="+mn-ea"/>
                <a:cs typeface="+mn-cs"/>
              </a:rPr>
              <a:t>Microsoft Azure &amp; Enterprise Organizations</a:t>
            </a:r>
          </a:p>
        </p:txBody>
      </p:sp>
    </p:spTree>
    <p:extLst>
      <p:ext uri="{BB962C8B-B14F-4D97-AF65-F5344CB8AC3E}">
        <p14:creationId xmlns:p14="http://schemas.microsoft.com/office/powerpoint/2010/main" val="1521499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Retrospect">
  <a:themeElements>
    <a:clrScheme name="Custom 2">
      <a:dk1>
        <a:sysClr val="windowText" lastClr="000000"/>
      </a:dk1>
      <a:lt1>
        <a:sysClr val="window" lastClr="FFFFFF"/>
      </a:lt1>
      <a:dk2>
        <a:srgbClr val="39302A"/>
      </a:dk2>
      <a:lt2>
        <a:srgbClr val="E5DEDB"/>
      </a:lt2>
      <a:accent1>
        <a:srgbClr val="FFDF6A"/>
      </a:accent1>
      <a:accent2>
        <a:srgbClr val="FFCA08"/>
      </a:accent2>
      <a:accent3>
        <a:srgbClr val="CE8D3E"/>
      </a:accent3>
      <a:accent4>
        <a:srgbClr val="EC7016"/>
      </a:accent4>
      <a:accent5>
        <a:srgbClr val="E64823"/>
      </a:accent5>
      <a:accent6>
        <a:srgbClr val="9C6A6A"/>
      </a:accent6>
      <a:hlink>
        <a:srgbClr val="2998E3"/>
      </a:hlink>
      <a:folHlink>
        <a:srgbClr val="7F723D"/>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4.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235</TotalTime>
  <Words>1534</Words>
  <Application>Microsoft Office PowerPoint</Application>
  <PresentationFormat>Widescreen</PresentationFormat>
  <Paragraphs>318</Paragraphs>
  <Slides>30</Slides>
  <Notes>5</Notes>
  <HiddenSlides>0</HiddenSlides>
  <MMClips>0</MMClips>
  <ScaleCrop>false</ScaleCrop>
  <HeadingPairs>
    <vt:vector size="6" baseType="variant">
      <vt:variant>
        <vt:lpstr>Fonts Used</vt:lpstr>
      </vt:variant>
      <vt:variant>
        <vt:i4>9</vt:i4>
      </vt:variant>
      <vt:variant>
        <vt:lpstr>Theme</vt:lpstr>
      </vt:variant>
      <vt:variant>
        <vt:i4>4</vt:i4>
      </vt:variant>
      <vt:variant>
        <vt:lpstr>Slide Titles</vt:lpstr>
      </vt:variant>
      <vt:variant>
        <vt:i4>30</vt:i4>
      </vt:variant>
    </vt:vector>
  </HeadingPairs>
  <TitlesOfParts>
    <vt:vector size="43" baseType="lpstr">
      <vt:lpstr>Arial</vt:lpstr>
      <vt:lpstr>Calibri</vt:lpstr>
      <vt:lpstr>Calibri Light</vt:lpstr>
      <vt:lpstr>Cambria</vt:lpstr>
      <vt:lpstr>Lucida Bright</vt:lpstr>
      <vt:lpstr>Quattrocento Sans</vt:lpstr>
      <vt:lpstr>Sitka Display Semibold</vt:lpstr>
      <vt:lpstr>Times New Roman</vt:lpstr>
      <vt:lpstr>Wingdings</vt:lpstr>
      <vt:lpstr>Office Theme</vt:lpstr>
      <vt:lpstr>1_Office Theme</vt:lpstr>
      <vt:lpstr>Retrospect</vt:lpstr>
      <vt:lpstr>2_Office Theme</vt:lpstr>
      <vt:lpstr>DevOps Lifecycle</vt:lpstr>
      <vt:lpstr>PLANNING</vt:lpstr>
      <vt:lpstr>PowerPoint Presentation</vt:lpstr>
      <vt:lpstr>PowerPoint Presentation</vt:lpstr>
      <vt:lpstr>PowerPoint Presentation</vt:lpstr>
      <vt:lpstr>JIRA</vt:lpstr>
      <vt:lpstr>FEATURES </vt:lpstr>
      <vt:lpstr>PowerPoint Presentation</vt:lpstr>
      <vt:lpstr>PowerPoint Presentation</vt:lpstr>
      <vt:lpstr>PowerPoint Presentation</vt:lpstr>
      <vt:lpstr>JIRA WORKFLOW </vt:lpstr>
      <vt:lpstr>What is Trello?</vt:lpstr>
      <vt:lpstr>Trello</vt:lpstr>
      <vt:lpstr>PowerPoint Presentation</vt:lpstr>
      <vt:lpstr>PowerPoint Presentation</vt:lpstr>
      <vt:lpstr>PowerPoint Presentation</vt:lpstr>
      <vt:lpstr>Due Date In Trello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Pari Dubey</dc:creator>
  <cp:lastModifiedBy>Pari Dubey</cp:lastModifiedBy>
  <cp:revision>6</cp:revision>
  <dcterms:created xsi:type="dcterms:W3CDTF">2026-07-18T14:32:14Z</dcterms:created>
  <dcterms:modified xsi:type="dcterms:W3CDTF">2026-07-20T03:40:00Z</dcterms:modified>
</cp:coreProperties>
</file>